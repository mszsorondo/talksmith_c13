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4.png"/><Relationship Id="rId7" Type="http://schemas.openxmlformats.org/officeDocument/2006/relationships/image" Target="../media/image39.png"/><Relationship Id="rId8"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2.png"/><Relationship Id="rId7" Type="http://schemas.openxmlformats.org/officeDocument/2006/relationships/image" Target="../media/image30.png"/><Relationship Id="rId8" Type="http://schemas.openxmlformats.org/officeDocument/2006/relationships/image" Target="../media/image43.png"/><Relationship Id="rId9" Type="http://schemas.openxmlformats.org/officeDocument/2006/relationships/image" Target="../media/image29.png"/><Relationship Id="rId10" Type="http://schemas.openxmlformats.org/officeDocument/2006/relationships/image" Target="../media/image4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notesSlide" Target="../notesSlides/notes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jpg"/><Relationship Id="rId5"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png"/><Relationship Id="rId4" Type="http://schemas.openxmlformats.org/officeDocument/2006/relationships/image" Target="../media/image5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7.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hyperlink" Target="https://www.who.int" TargetMode="External"/><Relationship Id="rId8" Type="http://schemas.openxmlformats.org/officeDocument/2006/relationships/image" Target="../media/image64.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17.png"/><Relationship Id="rId5" Type="http://schemas.openxmlformats.org/officeDocument/2006/relationships/image" Target="../media/image69.png"/><Relationship Id="rId6" Type="http://schemas.openxmlformats.org/officeDocument/2006/relationships/image" Target="../media/image44.png"/><Relationship Id="rId7"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8.png"/><Relationship Id="rId4" Type="http://schemas.openxmlformats.org/officeDocument/2006/relationships/hyperlink" Target="https://arxiv.org/abs/2108.07258" TargetMode="External"/><Relationship Id="rId5"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8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8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86.png"/><Relationship Id="rId5" Type="http://schemas.openxmlformats.org/officeDocument/2006/relationships/image" Target="../media/image8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5.png"/><Relationship Id="rId4" Type="http://schemas.openxmlformats.org/officeDocument/2006/relationships/image" Target="../media/image88.png"/><Relationship Id="rId5" Type="http://schemas.openxmlformats.org/officeDocument/2006/relationships/image" Target="../media/image45.png"/><Relationship Id="rId6" Type="http://schemas.openxmlformats.org/officeDocument/2006/relationships/image" Target="../media/image89.png"/><Relationship Id="rId7"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2.png"/><Relationship Id="rId6" Type="http://schemas.openxmlformats.org/officeDocument/2006/relationships/notesSlide" Target="../notesSlides/notesSlide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66.png"/><Relationship Id="rId5" Type="http://schemas.openxmlformats.org/officeDocument/2006/relationships/notesSlide" Target="../notesSlides/notesSlide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93.png"/><Relationship Id="rId6" Type="http://schemas.openxmlformats.org/officeDocument/2006/relationships/notesSlide" Target="../notesSlides/notesSlide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hyperlink" Target="https://www.who.int" TargetMode="External"/><Relationship Id="rId5" Type="http://schemas.openxmlformats.org/officeDocument/2006/relationships/image" Target="../media/image51.jpg"/><Relationship Id="rId6" Type="http://schemas.openxmlformats.org/officeDocument/2006/relationships/notesSlide" Target="../notesSlides/notesSlide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94.jpg"/><Relationship Id="rId5" Type="http://schemas.openxmlformats.org/officeDocument/2006/relationships/notesSlide" Target="../notesSlides/notesSlide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5.png"/><Relationship Id="rId4" Type="http://schemas.openxmlformats.org/officeDocument/2006/relationships/notesSlide" Target="../notesSlides/notesSlide1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notesSlide" Target="../notesSlides/notesSlide1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44.png"/><Relationship Id="rId4" Type="http://schemas.openxmlformats.org/officeDocument/2006/relationships/hyperlink" Target="https://www.who.int" TargetMode="External"/><Relationship Id="rId5" Type="http://schemas.openxmlformats.org/officeDocument/2006/relationships/notesSlide" Target="../notesSlides/notesSlide1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9.png"/><Relationship Id="rId4" Type="http://schemas.openxmlformats.org/officeDocument/2006/relationships/image" Target="../media/image10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4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76.png"/><Relationship Id="rId4" Type="http://schemas.openxmlformats.org/officeDocument/2006/relationships/notesSlide" Target="../notesSlides/notesSlide1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notesSlide" Target="../notesSlides/notesSlide1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notesSlide" Target="../notesSlides/notesSlide2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notesSlide" Target="../notesSlides/notesSlide2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notesSlide" Target="../notesSlides/notesSlide2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687991"/>
            <a:ext cx="8146256" cy="762000"/>
          </a:xfrm>
          <a:prstGeom prst="rect">
            <a:avLst/>
          </a:prstGeom>
          <a:noFill/>
        </p:spPr>
        <p:txBody>
          <a:bodyPr wrap="none" anchor="ctr"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42205"/>
            <a:ext cx="7173182" cy="285750"/>
          </a:xfrm>
          <a:prstGeom prst="rect">
            <a:avLst/>
          </a:prstGeom>
          <a:noFill/>
        </p:spPr>
        <p:txBody>
          <a:bodyPr wrap="none" anchor="ctr"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589592"/>
            <a:ext cx="8187534" cy="986409"/>
          </a:xfrm>
          <a:prstGeom prst="rect">
            <a:avLst/>
          </a:prstGeom>
          <a:noFill/>
        </p:spPr>
        <p:txBody>
          <a:bodyPr wrap="square" anchor="ctr"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75702"/>
            <a:ext cx="8187534" cy="711327"/>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8900922" y="3453384"/>
            <a:ext cx="2678779"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21130"/>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60245"/>
            <a:ext cx="11032887" cy="3228594"/>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06588"/>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11933"/>
            <a:ext cx="11032887" cy="1831467"/>
          </a:xfrm>
          <a:prstGeom prst="rect">
            <a:avLst/>
          </a:prstGeom>
          <a:noFill/>
        </p:spPr>
        <p:txBody>
          <a:bodyPr wrap="square" anchor="ctr"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8294751" y="3453384"/>
            <a:ext cx="3294043"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17942"/>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56961"/>
            <a:ext cx="11032887" cy="2434971"/>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09777"/>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55047"/>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294067"/>
            <a:ext cx="11032887" cy="4815459"/>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1775555"/>
            <a:ext cx="10887075" cy="2028825"/>
          </a:xfrm>
          <a:prstGeom prst="rect">
            <a:avLst/>
          </a:prstGeom>
          <a:noFill/>
        </p:spPr>
        <p:txBody>
          <a:bodyPr wrap="none" anchor="ctr"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3703606"/>
            <a:ext cx="11030760" cy="1373124"/>
          </a:xfrm>
          <a:prstGeom prst="rect">
            <a:avLst/>
          </a:prstGeom>
          <a:noFill/>
        </p:spPr>
        <p:txBody>
          <a:bodyPr wrap="square" anchor="ctr"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2845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438846"/>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18950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57540"/>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767935"/>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1775555"/>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2068163"/>
            <a:ext cx="560832" cy="560832"/>
          </a:xfrm>
          <a:prstGeom prst="rect">
            <a:avLst/>
          </a:prstGeom>
        </p:spPr>
      </p:pic>
      <p:sp>
        <p:nvSpPr>
          <p:cNvPr id="7" name="TextBox 6"/>
          <p:cNvSpPr txBox="1"/>
          <p:nvPr/>
        </p:nvSpPr>
        <p:spPr>
          <a:xfrm>
            <a:off x="1816322" y="2096738"/>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1775555"/>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2068163"/>
            <a:ext cx="560832" cy="560832"/>
          </a:xfrm>
          <a:prstGeom prst="rect">
            <a:avLst/>
          </a:prstGeom>
        </p:spPr>
      </p:pic>
      <p:sp>
        <p:nvSpPr>
          <p:cNvPr id="7" name="TextBox 6"/>
          <p:cNvSpPr txBox="1"/>
          <p:nvPr/>
        </p:nvSpPr>
        <p:spPr>
          <a:xfrm>
            <a:off x="1816322" y="2096738"/>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1775555"/>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2068163"/>
            <a:ext cx="560832" cy="560832"/>
          </a:xfrm>
          <a:prstGeom prst="rect">
            <a:avLst/>
          </a:prstGeom>
        </p:spPr>
      </p:pic>
      <p:sp>
        <p:nvSpPr>
          <p:cNvPr id="7" name="TextBox 6"/>
          <p:cNvSpPr txBox="1"/>
          <p:nvPr/>
        </p:nvSpPr>
        <p:spPr>
          <a:xfrm>
            <a:off x="1816322" y="2096738"/>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7689342" y="3760565"/>
            <a:ext cx="387010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328577"/>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69858"/>
            <a:ext cx="707041" cy="707041"/>
          </a:xfrm>
          <a:prstGeom prst="rect">
            <a:avLst/>
          </a:prstGeom>
        </p:spPr>
      </p:pic>
      <p:sp>
        <p:nvSpPr>
          <p:cNvPr id="7" name="TextBox 6"/>
          <p:cNvSpPr txBox="1"/>
          <p:nvPr/>
        </p:nvSpPr>
        <p:spPr>
          <a:xfrm>
            <a:off x="1877282" y="2660332"/>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138678"/>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328577"/>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669858"/>
            <a:ext cx="707041" cy="707041"/>
          </a:xfrm>
          <a:prstGeom prst="rect">
            <a:avLst/>
          </a:prstGeom>
        </p:spPr>
      </p:pic>
      <p:sp>
        <p:nvSpPr>
          <p:cNvPr id="11" name="TextBox 10"/>
          <p:cNvSpPr txBox="1"/>
          <p:nvPr/>
        </p:nvSpPr>
        <p:spPr>
          <a:xfrm>
            <a:off x="7435882" y="2660332"/>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138678"/>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32857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69858"/>
            <a:ext cx="707041" cy="707041"/>
          </a:xfrm>
          <a:prstGeom prst="rect">
            <a:avLst/>
          </a:prstGeom>
        </p:spPr>
      </p:pic>
      <p:sp>
        <p:nvSpPr>
          <p:cNvPr id="7" name="TextBox 6"/>
          <p:cNvSpPr txBox="1"/>
          <p:nvPr/>
        </p:nvSpPr>
        <p:spPr>
          <a:xfrm>
            <a:off x="1877282" y="2660332"/>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138678"/>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32857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669858"/>
            <a:ext cx="707041" cy="707041"/>
          </a:xfrm>
          <a:prstGeom prst="rect">
            <a:avLst/>
          </a:prstGeom>
        </p:spPr>
      </p:pic>
      <p:sp>
        <p:nvSpPr>
          <p:cNvPr id="11" name="TextBox 10"/>
          <p:cNvSpPr txBox="1"/>
          <p:nvPr/>
        </p:nvSpPr>
        <p:spPr>
          <a:xfrm>
            <a:off x="7435882" y="2660332"/>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138678"/>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441888"/>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783169"/>
            <a:ext cx="707041" cy="707041"/>
          </a:xfrm>
          <a:prstGeom prst="rect">
            <a:avLst/>
          </a:prstGeom>
        </p:spPr>
      </p:pic>
      <p:sp>
        <p:nvSpPr>
          <p:cNvPr id="15" name="TextBox 14"/>
          <p:cNvSpPr txBox="1"/>
          <p:nvPr/>
        </p:nvSpPr>
        <p:spPr>
          <a:xfrm>
            <a:off x="1877282" y="4773644"/>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251990"/>
            <a:ext cx="9387650" cy="304800"/>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3011234"/>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08136"/>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3011234"/>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89443"/>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92541"/>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89443"/>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92541"/>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08136"/>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3011234"/>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89443"/>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92541"/>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2745391"/>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7700"/>
            <a:ext cx="377857" cy="377857"/>
          </a:xfrm>
          <a:prstGeom prst="rect">
            <a:avLst/>
          </a:prstGeom>
        </p:spPr>
      </p:pic>
      <p:sp>
        <p:nvSpPr>
          <p:cNvPr id="9" name="TextBox 8"/>
          <p:cNvSpPr txBox="1"/>
          <p:nvPr/>
        </p:nvSpPr>
        <p:spPr>
          <a:xfrm>
            <a:off x="1218914" y="2937700"/>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3404997"/>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2745391"/>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2745391"/>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2937700"/>
            <a:ext cx="377857" cy="377857"/>
          </a:xfrm>
          <a:prstGeom prst="rect">
            <a:avLst/>
          </a:prstGeom>
        </p:spPr>
      </p:pic>
      <p:sp>
        <p:nvSpPr>
          <p:cNvPr id="14" name="TextBox 13"/>
          <p:cNvSpPr txBox="1"/>
          <p:nvPr/>
        </p:nvSpPr>
        <p:spPr>
          <a:xfrm>
            <a:off x="4957000" y="2937700"/>
            <a:ext cx="286226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3404997"/>
            <a:ext cx="2885575"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2745391"/>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2745391"/>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2937700"/>
            <a:ext cx="377857" cy="377857"/>
          </a:xfrm>
          <a:prstGeom prst="rect">
            <a:avLst/>
          </a:prstGeom>
        </p:spPr>
      </p:pic>
      <p:sp>
        <p:nvSpPr>
          <p:cNvPr id="19" name="TextBox 18"/>
          <p:cNvSpPr txBox="1"/>
          <p:nvPr/>
        </p:nvSpPr>
        <p:spPr>
          <a:xfrm>
            <a:off x="8695277" y="2937700"/>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3404997"/>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187607"/>
            <a:ext cx="11032887"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296732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96732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159633"/>
            <a:ext cx="377857" cy="377857"/>
          </a:xfrm>
          <a:prstGeom prst="rect">
            <a:avLst/>
          </a:prstGeom>
        </p:spPr>
      </p:pic>
      <p:sp>
        <p:nvSpPr>
          <p:cNvPr id="9" name="TextBox 8"/>
          <p:cNvSpPr txBox="1"/>
          <p:nvPr/>
        </p:nvSpPr>
        <p:spPr>
          <a:xfrm>
            <a:off x="1218914" y="3159633"/>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626929"/>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296732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296732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159633"/>
            <a:ext cx="377857" cy="377857"/>
          </a:xfrm>
          <a:prstGeom prst="rect">
            <a:avLst/>
          </a:prstGeom>
        </p:spPr>
      </p:pic>
      <p:sp>
        <p:nvSpPr>
          <p:cNvPr id="14" name="TextBox 13"/>
          <p:cNvSpPr txBox="1"/>
          <p:nvPr/>
        </p:nvSpPr>
        <p:spPr>
          <a:xfrm>
            <a:off x="6826186" y="3159633"/>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626929"/>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67096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67096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863274"/>
            <a:ext cx="377857" cy="377857"/>
          </a:xfrm>
          <a:prstGeom prst="rect">
            <a:avLst/>
          </a:prstGeom>
        </p:spPr>
      </p:pic>
      <p:sp>
        <p:nvSpPr>
          <p:cNvPr id="19" name="TextBox 18"/>
          <p:cNvSpPr txBox="1"/>
          <p:nvPr/>
        </p:nvSpPr>
        <p:spPr>
          <a:xfrm>
            <a:off x="1218914" y="4863274"/>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330571"/>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67096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67096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863274"/>
            <a:ext cx="377857" cy="377857"/>
          </a:xfrm>
          <a:prstGeom prst="rect">
            <a:avLst/>
          </a:prstGeom>
        </p:spPr>
      </p:pic>
      <p:sp>
        <p:nvSpPr>
          <p:cNvPr id="24" name="TextBox 23"/>
          <p:cNvSpPr txBox="1"/>
          <p:nvPr/>
        </p:nvSpPr>
        <p:spPr>
          <a:xfrm>
            <a:off x="6826186" y="4863274"/>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330571"/>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Or use content-text</a:t>
            </a:r>
          </a:p>
        </p:txBody>
      </p:sp>
      <p:sp>
        <p:nvSpPr>
          <p:cNvPr id="35" name="TextBox 34"/>
          <p:cNvSpPr txBox="1"/>
          <p:nvPr/>
        </p:nvSpPr>
        <p:spPr>
          <a:xfrm>
            <a:off x="8665845"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Prose that needs a full-width column is content-text, not a labeled set.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745391"/>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892076"/>
            <a:ext cx="298228" cy="298228"/>
          </a:xfrm>
          <a:prstGeom prst="rect">
            <a:avLst/>
          </a:prstGeom>
        </p:spPr>
      </p:pic>
      <p:sp>
        <p:nvSpPr>
          <p:cNvPr id="9" name="TextBox 8"/>
          <p:cNvSpPr txBox="1"/>
          <p:nvPr/>
        </p:nvSpPr>
        <p:spPr>
          <a:xfrm>
            <a:off x="1094994" y="2892076"/>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265551"/>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745391"/>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745391"/>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892076"/>
            <a:ext cx="298228" cy="298228"/>
          </a:xfrm>
          <a:prstGeom prst="rect">
            <a:avLst/>
          </a:prstGeom>
        </p:spPr>
      </p:pic>
      <p:sp>
        <p:nvSpPr>
          <p:cNvPr id="14" name="TextBox 13"/>
          <p:cNvSpPr txBox="1"/>
          <p:nvPr/>
        </p:nvSpPr>
        <p:spPr>
          <a:xfrm>
            <a:off x="3893248" y="2892076"/>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265551"/>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745391"/>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745391"/>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892076"/>
            <a:ext cx="298228" cy="298228"/>
          </a:xfrm>
          <a:prstGeom prst="rect">
            <a:avLst/>
          </a:prstGeom>
        </p:spPr>
      </p:pic>
      <p:sp>
        <p:nvSpPr>
          <p:cNvPr id="19" name="TextBox 18"/>
          <p:cNvSpPr txBox="1"/>
          <p:nvPr/>
        </p:nvSpPr>
        <p:spPr>
          <a:xfrm>
            <a:off x="6691598" y="2892076"/>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265551"/>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745391"/>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745391"/>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892076"/>
            <a:ext cx="298228" cy="298228"/>
          </a:xfrm>
          <a:prstGeom prst="rect">
            <a:avLst/>
          </a:prstGeom>
        </p:spPr>
      </p:pic>
      <p:sp>
        <p:nvSpPr>
          <p:cNvPr id="24" name="TextBox 23"/>
          <p:cNvSpPr txBox="1"/>
          <p:nvPr/>
        </p:nvSpPr>
        <p:spPr>
          <a:xfrm>
            <a:off x="9489948" y="2892076"/>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265551"/>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474559"/>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474559"/>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762310"/>
            <a:ext cx="298228" cy="298228"/>
          </a:xfrm>
          <a:prstGeom prst="rect">
            <a:avLst/>
          </a:prstGeom>
        </p:spPr>
      </p:pic>
      <p:sp>
        <p:nvSpPr>
          <p:cNvPr id="29" name="TextBox 28"/>
          <p:cNvSpPr txBox="1"/>
          <p:nvPr/>
        </p:nvSpPr>
        <p:spPr>
          <a:xfrm>
            <a:off x="2494026" y="4621244"/>
            <a:ext cx="2079177" cy="876586"/>
          </a:xfrm>
          <a:prstGeom prst="rect">
            <a:avLst/>
          </a:prstGeom>
          <a:noFill/>
        </p:spPr>
        <p:txBody>
          <a:bodyPr wrap="square" anchor="ctr"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277040"/>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474559"/>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474559"/>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21244"/>
            <a:ext cx="298228" cy="298228"/>
          </a:xfrm>
          <a:prstGeom prst="rect">
            <a:avLst/>
          </a:prstGeom>
        </p:spPr>
      </p:pic>
      <p:sp>
        <p:nvSpPr>
          <p:cNvPr id="34" name="TextBox 33"/>
          <p:cNvSpPr txBox="1"/>
          <p:nvPr/>
        </p:nvSpPr>
        <p:spPr>
          <a:xfrm>
            <a:off x="5292376" y="4621244"/>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4994720"/>
            <a:ext cx="2079177" cy="108718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474559"/>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474559"/>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21244"/>
            <a:ext cx="298228" cy="298228"/>
          </a:xfrm>
          <a:prstGeom prst="rect">
            <a:avLst/>
          </a:prstGeom>
        </p:spPr>
      </p:pic>
      <p:sp>
        <p:nvSpPr>
          <p:cNvPr id="39" name="TextBox 38"/>
          <p:cNvSpPr txBox="1"/>
          <p:nvPr/>
        </p:nvSpPr>
        <p:spPr>
          <a:xfrm>
            <a:off x="8090726" y="4621244"/>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4994720"/>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745391"/>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890742"/>
            <a:ext cx="295466" cy="295466"/>
          </a:xfrm>
          <a:prstGeom prst="rect">
            <a:avLst/>
          </a:prstGeom>
        </p:spPr>
      </p:pic>
      <p:sp>
        <p:nvSpPr>
          <p:cNvPr id="9" name="TextBox 8"/>
          <p:cNvSpPr txBox="1"/>
          <p:nvPr/>
        </p:nvSpPr>
        <p:spPr>
          <a:xfrm>
            <a:off x="1090898" y="2890742"/>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260693"/>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745391"/>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745391"/>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890742"/>
            <a:ext cx="295466" cy="295466"/>
          </a:xfrm>
          <a:prstGeom prst="rect">
            <a:avLst/>
          </a:prstGeom>
        </p:spPr>
      </p:pic>
      <p:sp>
        <p:nvSpPr>
          <p:cNvPr id="14" name="TextBox 13"/>
          <p:cNvSpPr txBox="1"/>
          <p:nvPr/>
        </p:nvSpPr>
        <p:spPr>
          <a:xfrm>
            <a:off x="3888391" y="2890742"/>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260693"/>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745391"/>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745391"/>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890742"/>
            <a:ext cx="295466" cy="295466"/>
          </a:xfrm>
          <a:prstGeom prst="rect">
            <a:avLst/>
          </a:prstGeom>
        </p:spPr>
      </p:pic>
      <p:sp>
        <p:nvSpPr>
          <p:cNvPr id="19" name="TextBox 18"/>
          <p:cNvSpPr txBox="1"/>
          <p:nvPr/>
        </p:nvSpPr>
        <p:spPr>
          <a:xfrm>
            <a:off x="6685883" y="2890742"/>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260693"/>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745391"/>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745391"/>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890742"/>
            <a:ext cx="295466" cy="295466"/>
          </a:xfrm>
          <a:prstGeom prst="rect">
            <a:avLst/>
          </a:prstGeom>
        </p:spPr>
      </p:pic>
      <p:sp>
        <p:nvSpPr>
          <p:cNvPr id="24" name="TextBox 23"/>
          <p:cNvSpPr txBox="1"/>
          <p:nvPr/>
        </p:nvSpPr>
        <p:spPr>
          <a:xfrm>
            <a:off x="9483280" y="2890742"/>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260693"/>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181951"/>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181951"/>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327208"/>
            <a:ext cx="295466" cy="295466"/>
          </a:xfrm>
          <a:prstGeom prst="rect">
            <a:avLst/>
          </a:prstGeom>
        </p:spPr>
      </p:pic>
      <p:sp>
        <p:nvSpPr>
          <p:cNvPr id="29" name="TextBox 28"/>
          <p:cNvSpPr txBox="1"/>
          <p:nvPr/>
        </p:nvSpPr>
        <p:spPr>
          <a:xfrm>
            <a:off x="1090898" y="4327208"/>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697158"/>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181951"/>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181951"/>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327208"/>
            <a:ext cx="295466" cy="295466"/>
          </a:xfrm>
          <a:prstGeom prst="rect">
            <a:avLst/>
          </a:prstGeom>
        </p:spPr>
      </p:pic>
      <p:sp>
        <p:nvSpPr>
          <p:cNvPr id="34" name="TextBox 33"/>
          <p:cNvSpPr txBox="1"/>
          <p:nvPr/>
        </p:nvSpPr>
        <p:spPr>
          <a:xfrm>
            <a:off x="3888391" y="4327208"/>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697158"/>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181951"/>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181951"/>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327208"/>
            <a:ext cx="295466" cy="295466"/>
          </a:xfrm>
          <a:prstGeom prst="rect">
            <a:avLst/>
          </a:prstGeom>
        </p:spPr>
      </p:pic>
      <p:sp>
        <p:nvSpPr>
          <p:cNvPr id="39" name="TextBox 38"/>
          <p:cNvSpPr txBox="1"/>
          <p:nvPr/>
        </p:nvSpPr>
        <p:spPr>
          <a:xfrm>
            <a:off x="6685883" y="4327208"/>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697158"/>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181951"/>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181951"/>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327208"/>
            <a:ext cx="295466" cy="295466"/>
          </a:xfrm>
          <a:prstGeom prst="rect">
            <a:avLst/>
          </a:prstGeom>
        </p:spPr>
      </p:pic>
      <p:sp>
        <p:nvSpPr>
          <p:cNvPr id="44" name="TextBox 43"/>
          <p:cNvSpPr txBox="1"/>
          <p:nvPr/>
        </p:nvSpPr>
        <p:spPr>
          <a:xfrm>
            <a:off x="9483280" y="4327208"/>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697158"/>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77496"/>
            <a:ext cx="811825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6701679"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187607"/>
            <a:ext cx="66219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45391"/>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2993326"/>
            <a:ext cx="513588" cy="513588"/>
          </a:xfrm>
          <a:prstGeom prst="rect">
            <a:avLst/>
          </a:prstGeom>
        </p:spPr>
      </p:pic>
      <p:sp>
        <p:nvSpPr>
          <p:cNvPr id="8" name="TextBox 7"/>
          <p:cNvSpPr txBox="1"/>
          <p:nvPr/>
        </p:nvSpPr>
        <p:spPr>
          <a:xfrm>
            <a:off x="1547146" y="2986373"/>
            <a:ext cx="2154780" cy="962025"/>
          </a:xfrm>
          <a:prstGeom prst="rect">
            <a:avLst/>
          </a:prstGeom>
          <a:noFill/>
        </p:spPr>
        <p:txBody>
          <a:bodyPr wrap="square" anchor="ctr"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16357"/>
            <a:ext cx="2154877" cy="739235"/>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45391"/>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2993326"/>
            <a:ext cx="513588" cy="513588"/>
          </a:xfrm>
          <a:prstGeom prst="rect">
            <a:avLst/>
          </a:prstGeom>
        </p:spPr>
      </p:pic>
      <p:sp>
        <p:nvSpPr>
          <p:cNvPr id="12" name="TextBox 11"/>
          <p:cNvSpPr txBox="1"/>
          <p:nvPr/>
        </p:nvSpPr>
        <p:spPr>
          <a:xfrm>
            <a:off x="4935284" y="2986373"/>
            <a:ext cx="2142363"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33845"/>
            <a:ext cx="2154877" cy="951928"/>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22031"/>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069872"/>
            <a:ext cx="513588" cy="513588"/>
          </a:xfrm>
          <a:prstGeom prst="rect">
            <a:avLst/>
          </a:prstGeom>
        </p:spPr>
      </p:pic>
      <p:sp>
        <p:nvSpPr>
          <p:cNvPr id="16" name="TextBox 15"/>
          <p:cNvSpPr txBox="1"/>
          <p:nvPr/>
        </p:nvSpPr>
        <p:spPr>
          <a:xfrm>
            <a:off x="1547146" y="5062918"/>
            <a:ext cx="5530501"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10390"/>
            <a:ext cx="5593837" cy="480346"/>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51082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896112"/>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328577"/>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669858"/>
            <a:ext cx="707041" cy="707041"/>
          </a:xfrm>
          <a:prstGeom prst="rect">
            <a:avLst/>
          </a:prstGeom>
        </p:spPr>
      </p:pic>
      <p:sp>
        <p:nvSpPr>
          <p:cNvPr id="7" name="TextBox 6"/>
          <p:cNvSpPr txBox="1"/>
          <p:nvPr/>
        </p:nvSpPr>
        <p:spPr>
          <a:xfrm>
            <a:off x="6144482" y="2660332"/>
            <a:ext cx="16954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138678"/>
            <a:ext cx="1701260"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328577"/>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669858"/>
            <a:ext cx="707041" cy="707041"/>
          </a:xfrm>
          <a:prstGeom prst="rect">
            <a:avLst/>
          </a:prstGeom>
        </p:spPr>
      </p:pic>
      <p:sp>
        <p:nvSpPr>
          <p:cNvPr id="11" name="TextBox 10"/>
          <p:cNvSpPr txBox="1"/>
          <p:nvPr/>
        </p:nvSpPr>
        <p:spPr>
          <a:xfrm>
            <a:off x="9569482" y="2660332"/>
            <a:ext cx="1701260"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527488"/>
            <a:ext cx="1701260" cy="176307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745391"/>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062288"/>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201257"/>
            <a:ext cx="453485" cy="453485"/>
          </a:xfrm>
          <a:prstGeom prst="rect">
            <a:avLst/>
          </a:prstGeom>
        </p:spPr>
      </p:pic>
      <p:sp>
        <p:nvSpPr>
          <p:cNvPr id="9" name="TextBox 8"/>
          <p:cNvSpPr txBox="1"/>
          <p:nvPr/>
        </p:nvSpPr>
        <p:spPr>
          <a:xfrm>
            <a:off x="938689" y="3911537"/>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446842"/>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745391"/>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062288"/>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201257"/>
            <a:ext cx="453485" cy="453485"/>
          </a:xfrm>
          <a:prstGeom prst="rect">
            <a:avLst/>
          </a:prstGeom>
        </p:spPr>
      </p:pic>
      <p:sp>
        <p:nvSpPr>
          <p:cNvPr id="14" name="TextBox 13"/>
          <p:cNvSpPr txBox="1"/>
          <p:nvPr/>
        </p:nvSpPr>
        <p:spPr>
          <a:xfrm>
            <a:off x="4644295" y="3911537"/>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446842"/>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745391"/>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062288"/>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201257"/>
            <a:ext cx="453485" cy="453485"/>
          </a:xfrm>
          <a:prstGeom prst="rect">
            <a:avLst/>
          </a:prstGeom>
        </p:spPr>
      </p:pic>
      <p:sp>
        <p:nvSpPr>
          <p:cNvPr id="19" name="TextBox 18"/>
          <p:cNvSpPr txBox="1"/>
          <p:nvPr/>
        </p:nvSpPr>
        <p:spPr>
          <a:xfrm>
            <a:off x="8349996" y="3911537"/>
            <a:ext cx="2939320"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446842"/>
            <a:ext cx="2963788" cy="1026509"/>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TextBox 4"/>
          <p:cNvSpPr txBox="1"/>
          <p:nvPr/>
        </p:nvSpPr>
        <p:spPr>
          <a:xfrm>
            <a:off x="670465" y="1634585"/>
            <a:ext cx="910876"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no</a:t>
            </a:r>
          </a:p>
        </p:txBody>
      </p:sp>
      <p:sp>
        <p:nvSpPr>
          <p:cNvPr id="6" name="Rounded Rectangle 5"/>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1613916"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8" name="TextBox 7"/>
          <p:cNvSpPr txBox="1"/>
          <p:nvPr/>
        </p:nvSpPr>
        <p:spPr>
          <a:xfrm>
            <a:off x="2419636" y="1634585"/>
            <a:ext cx="273862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 a labeled set renders as</a:t>
            </a:r>
          </a:p>
        </p:txBody>
      </p:sp>
      <p:sp>
        <p:nvSpPr>
          <p:cNvPr id="9" name="TextBox 8"/>
          <p:cNvSpPr txBox="1"/>
          <p:nvPr/>
        </p:nvSpPr>
        <p:spPr>
          <a:xfrm>
            <a:off x="5120164" y="1634585"/>
            <a:ext cx="630174"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10" name="TextBox 9"/>
          <p:cNvSpPr txBox="1"/>
          <p:nvPr/>
        </p:nvSpPr>
        <p:spPr>
          <a:xfrm>
            <a:off x="5712142" y="1634585"/>
            <a:ext cx="11210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923734" y="2498693"/>
            <a:ext cx="612076" cy="612172"/>
          </a:xfrm>
          <a:prstGeom prst="rect">
            <a:avLst/>
          </a:prstGeom>
        </p:spPr>
      </p:pic>
      <p:sp>
        <p:nvSpPr>
          <p:cNvPr id="13" name="TextBox 12"/>
          <p:cNvSpPr txBox="1"/>
          <p:nvPr/>
        </p:nvSpPr>
        <p:spPr>
          <a:xfrm>
            <a:off x="1715262"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4" name="TextBox 13"/>
          <p:cNvSpPr txBox="1"/>
          <p:nvPr/>
        </p:nvSpPr>
        <p:spPr>
          <a:xfrm>
            <a:off x="1715262" y="2904554"/>
            <a:ext cx="4089225" cy="1189577"/>
          </a:xfrm>
          <a:prstGeom prst="rect">
            <a:avLst/>
          </a:prstGeom>
          <a:noFill/>
        </p:spPr>
        <p:txBody>
          <a:bodyPr wrap="square" anchor="ctr"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5" name="Rounded Rectangle 14"/>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6464046" y="2498693"/>
            <a:ext cx="612076" cy="612172"/>
          </a:xfrm>
          <a:prstGeom prst="rect">
            <a:avLst/>
          </a:prstGeom>
        </p:spPr>
      </p:pic>
      <p:sp>
        <p:nvSpPr>
          <p:cNvPr id="17" name="TextBox 16"/>
          <p:cNvSpPr txBox="1"/>
          <p:nvPr/>
        </p:nvSpPr>
        <p:spPr>
          <a:xfrm>
            <a:off x="7255478"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8" name="Rounded Rectangle 17"/>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7329202" y="2937510"/>
            <a:ext cx="562451"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20" name="TextBox 19"/>
          <p:cNvSpPr txBox="1"/>
          <p:nvPr/>
        </p:nvSpPr>
        <p:spPr>
          <a:xfrm>
            <a:off x="7255478" y="2904554"/>
            <a:ext cx="3721132" cy="1197959"/>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the lead the retired format carried, so nothing an old model wrote is dropped on the way over.</a:t>
            </a:r>
          </a:p>
        </p:txBody>
      </p:sp>
      <p:sp>
        <p:nvSpPr>
          <p:cNvPr id="21" name="Rounded Rectangle 20"/>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4"/>
          <a:stretch>
            <a:fillRect/>
          </a:stretch>
        </p:blipFill>
        <p:spPr>
          <a:xfrm>
            <a:off x="923734" y="4953762"/>
            <a:ext cx="612076" cy="612076"/>
          </a:xfrm>
          <a:prstGeom prst="rect">
            <a:avLst/>
          </a:prstGeom>
        </p:spPr>
      </p:pic>
      <p:sp>
        <p:nvSpPr>
          <p:cNvPr id="23" name="TextBox 22"/>
          <p:cNvSpPr txBox="1"/>
          <p:nvPr/>
        </p:nvSpPr>
        <p:spPr>
          <a:xfrm>
            <a:off x="1715262" y="4945475"/>
            <a:ext cx="9588436"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4" name="TextBox 23"/>
          <p:cNvSpPr txBox="1"/>
          <p:nvPr/>
        </p:nvSpPr>
        <p:spPr>
          <a:xfrm>
            <a:off x="1715262" y="5359622"/>
            <a:ext cx="8975217"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card holds up to about two sentences. Past that the slide is not a labeled set — it is</a:t>
            </a:r>
          </a:p>
        </p:txBody>
      </p:sp>
      <p:sp>
        <p:nvSpPr>
          <p:cNvPr id="25" name="Rounded Rectangle 24"/>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88890" y="5701094"/>
            <a:ext cx="1611154"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
        <p:nvSpPr>
          <p:cNvPr id="27" name="TextBox 26"/>
          <p:cNvSpPr txBox="1"/>
          <p:nvPr/>
        </p:nvSpPr>
        <p:spPr>
          <a:xfrm>
            <a:off x="3435668" y="5668137"/>
            <a:ext cx="1556004"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 or two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1775555"/>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2078"/>
            <a:ext cx="707041" cy="707041"/>
          </a:xfrm>
          <a:prstGeom prst="rect">
            <a:avLst/>
          </a:prstGeom>
        </p:spPr>
      </p:pic>
      <p:sp>
        <p:nvSpPr>
          <p:cNvPr id="7" name="TextBox 6"/>
          <p:cNvSpPr txBox="1"/>
          <p:nvPr/>
        </p:nvSpPr>
        <p:spPr>
          <a:xfrm>
            <a:off x="1877282" y="2107216"/>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1775555"/>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152078"/>
            <a:ext cx="707041" cy="707041"/>
          </a:xfrm>
          <a:prstGeom prst="rect">
            <a:avLst/>
          </a:prstGeom>
        </p:spPr>
      </p:pic>
      <p:sp>
        <p:nvSpPr>
          <p:cNvPr id="10" name="TextBox 9"/>
          <p:cNvSpPr txBox="1"/>
          <p:nvPr/>
        </p:nvSpPr>
        <p:spPr>
          <a:xfrm>
            <a:off x="7435882" y="2107216"/>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504057"/>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3845242"/>
            <a:ext cx="707041" cy="707041"/>
          </a:xfrm>
          <a:prstGeom prst="rect">
            <a:avLst/>
          </a:prstGeom>
        </p:spPr>
      </p:pic>
      <p:sp>
        <p:nvSpPr>
          <p:cNvPr id="13" name="TextBox 12"/>
          <p:cNvSpPr txBox="1"/>
          <p:nvPr/>
        </p:nvSpPr>
        <p:spPr>
          <a:xfrm>
            <a:off x="1877282" y="3994880"/>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TextBox 6"/>
          <p:cNvSpPr txBox="1"/>
          <p:nvPr/>
        </p:nvSpPr>
        <p:spPr>
          <a:xfrm>
            <a:off x="1791938"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8" name="Rounded Rectangle 7"/>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85962"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10" name="TextBox 9"/>
          <p:cNvSpPr txBox="1"/>
          <p:nvPr/>
        </p:nvSpPr>
        <p:spPr>
          <a:xfrm>
            <a:off x="3036665"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230785" y="1663160"/>
            <a:ext cx="1272540"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3" name="TextBox 12"/>
          <p:cNvSpPr txBox="1"/>
          <p:nvPr/>
        </p:nvSpPr>
        <p:spPr>
          <a:xfrm>
            <a:off x="452647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4" name="Rounded Rectangle 13"/>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720495"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6" name="TextBox 15"/>
          <p:cNvSpPr txBox="1"/>
          <p:nvPr/>
        </p:nvSpPr>
        <p:spPr>
          <a:xfrm>
            <a:off x="552631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7" name="Rounded Rectangle 16"/>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720334" y="1663160"/>
            <a:ext cx="1395032"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9" name="TextBox 18"/>
          <p:cNvSpPr txBox="1"/>
          <p:nvPr/>
        </p:nvSpPr>
        <p:spPr>
          <a:xfrm>
            <a:off x="7138511" y="1634585"/>
            <a:ext cx="358482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and a naked URL are resolved in</a:t>
            </a:r>
          </a:p>
        </p:txBody>
      </p:sp>
      <p:sp>
        <p:nvSpPr>
          <p:cNvPr id="20" name="TextBox 19"/>
          <p:cNvSpPr txBox="1"/>
          <p:nvPr/>
        </p:nvSpPr>
        <p:spPr>
          <a:xfrm>
            <a:off x="10685240" y="1634585"/>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1" name="TextBox 20"/>
          <p:cNvSpPr txBox="1"/>
          <p:nvPr/>
        </p:nvSpPr>
        <p:spPr>
          <a:xfrm>
            <a:off x="670465" y="1867376"/>
            <a:ext cx="128301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text field of</a:t>
            </a:r>
          </a:p>
        </p:txBody>
      </p:sp>
      <p:sp>
        <p:nvSpPr>
          <p:cNvPr id="22" name="TextBox 21"/>
          <p:cNvSpPr txBox="1"/>
          <p:nvPr/>
        </p:nvSpPr>
        <p:spPr>
          <a:xfrm>
            <a:off x="1915382" y="1867376"/>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3" name="TextBox 22"/>
          <p:cNvSpPr txBox="1"/>
          <p:nvPr/>
        </p:nvSpPr>
        <p:spPr>
          <a:xfrm>
            <a:off x="2495264" y="1867376"/>
            <a:ext cx="108604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template:</a:t>
            </a:r>
          </a:p>
        </p:txBody>
      </p:sp>
      <p:sp>
        <p:nvSpPr>
          <p:cNvPr id="24" name="Rounded Rectangle 23"/>
          <p:cNvSpPr/>
          <p:nvPr/>
        </p:nvSpPr>
        <p:spPr>
          <a:xfrm>
            <a:off x="670465" y="2425160"/>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826580" y="2607183"/>
            <a:ext cx="377190" cy="377190"/>
          </a:xfrm>
          <a:prstGeom prst="rect">
            <a:avLst/>
          </a:prstGeom>
        </p:spPr>
      </p:pic>
      <p:sp>
        <p:nvSpPr>
          <p:cNvPr id="26" name="TextBox 25"/>
          <p:cNvSpPr txBox="1"/>
          <p:nvPr/>
        </p:nvSpPr>
        <p:spPr>
          <a:xfrm>
            <a:off x="1314164" y="2602135"/>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7" name="TextBox 26"/>
          <p:cNvSpPr txBox="1"/>
          <p:nvPr/>
        </p:nvSpPr>
        <p:spPr>
          <a:xfrm>
            <a:off x="1314164" y="2857214"/>
            <a:ext cx="2780582"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8" name="Rounded Rectangle 27"/>
          <p:cNvSpPr/>
          <p:nvPr/>
        </p:nvSpPr>
        <p:spPr>
          <a:xfrm>
            <a:off x="4334066" y="2425160"/>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4490180" y="2607183"/>
            <a:ext cx="377190" cy="377190"/>
          </a:xfrm>
          <a:prstGeom prst="rect">
            <a:avLst/>
          </a:prstGeom>
        </p:spPr>
      </p:pic>
      <p:sp>
        <p:nvSpPr>
          <p:cNvPr id="30" name="TextBox 29"/>
          <p:cNvSpPr txBox="1"/>
          <p:nvPr/>
        </p:nvSpPr>
        <p:spPr>
          <a:xfrm>
            <a:off x="4977860" y="2602135"/>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31" name="TextBox 30"/>
          <p:cNvSpPr txBox="1"/>
          <p:nvPr/>
        </p:nvSpPr>
        <p:spPr>
          <a:xfrm>
            <a:off x="4977860" y="2857214"/>
            <a:ext cx="2780678"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32" name="Rounded Rectangle 31"/>
          <p:cNvSpPr/>
          <p:nvPr/>
        </p:nvSpPr>
        <p:spPr>
          <a:xfrm>
            <a:off x="7997762" y="2425160"/>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4"/>
          <a:stretch>
            <a:fillRect/>
          </a:stretch>
        </p:blipFill>
        <p:spPr>
          <a:xfrm>
            <a:off x="8153876" y="2607183"/>
            <a:ext cx="377190" cy="377190"/>
          </a:xfrm>
          <a:prstGeom prst="rect">
            <a:avLst/>
          </a:prstGeom>
        </p:spPr>
      </p:pic>
      <p:sp>
        <p:nvSpPr>
          <p:cNvPr id="34" name="Rounded Rectangle 33"/>
          <p:cNvSpPr/>
          <p:nvPr/>
        </p:nvSpPr>
        <p:spPr>
          <a:xfrm>
            <a:off x="8641556" y="2627471"/>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8698611" y="2632615"/>
            <a:ext cx="454628" cy="193072"/>
          </a:xfrm>
          <a:prstGeom prst="rect">
            <a:avLst/>
          </a:prstGeom>
          <a:noFill/>
        </p:spPr>
        <p:txBody>
          <a:bodyPr wrap="none" anchor="ctr" lIns="0" tIns="0" rIns="0"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36" name="TextBox 35"/>
          <p:cNvSpPr txBox="1"/>
          <p:nvPr/>
        </p:nvSpPr>
        <p:spPr>
          <a:xfrm>
            <a:off x="9172194" y="2602135"/>
            <a:ext cx="583025" cy="21336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inline</a:t>
            </a:r>
          </a:p>
        </p:txBody>
      </p:sp>
      <p:sp>
        <p:nvSpPr>
          <p:cNvPr id="37" name="TextBox 36"/>
          <p:cNvSpPr txBox="1"/>
          <p:nvPr/>
        </p:nvSpPr>
        <p:spPr>
          <a:xfrm>
            <a:off x="8641556" y="2871121"/>
            <a:ext cx="114423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field name like</a:t>
            </a:r>
          </a:p>
        </p:txBody>
      </p:sp>
      <p:sp>
        <p:nvSpPr>
          <p:cNvPr id="38" name="Rounded Rectangle 37"/>
          <p:cNvSpPr/>
          <p:nvPr/>
        </p:nvSpPr>
        <p:spPr>
          <a:xfrm>
            <a:off x="9747694" y="2886361"/>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793034" y="2891504"/>
            <a:ext cx="133045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40" name="TextBox 39"/>
          <p:cNvSpPr txBox="1"/>
          <p:nvPr/>
        </p:nvSpPr>
        <p:spPr>
          <a:xfrm>
            <a:off x="8641556" y="2871121"/>
            <a:ext cx="2698147"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or a flag like</a:t>
            </a:r>
          </a:p>
        </p:txBody>
      </p:sp>
      <p:sp>
        <p:nvSpPr>
          <p:cNvPr id="41" name="Rounded Rectangle 40"/>
          <p:cNvSpPr/>
          <p:nvPr/>
        </p:nvSpPr>
        <p:spPr>
          <a:xfrm>
            <a:off x="9300305" y="3081718"/>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9345740" y="3086767"/>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43" name="TextBox 42"/>
          <p:cNvSpPr txBox="1"/>
          <p:nvPr/>
        </p:nvSpPr>
        <p:spPr>
          <a:xfrm>
            <a:off x="8641556" y="3066383"/>
            <a:ext cx="2758059"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the mono face, and</a:t>
            </a:r>
          </a:p>
        </p:txBody>
      </p:sp>
      <p:sp>
        <p:nvSpPr>
          <p:cNvPr id="44" name="TextBox 43"/>
          <p:cNvSpPr txBox="1"/>
          <p:nvPr/>
        </p:nvSpPr>
        <p:spPr>
          <a:xfrm>
            <a:off x="9284208" y="3261741"/>
            <a:ext cx="160210" cy="162592"/>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a</a:t>
            </a:r>
          </a:p>
        </p:txBody>
      </p:sp>
      <p:sp>
        <p:nvSpPr>
          <p:cNvPr id="45" name="Rounded Rectangle 44"/>
          <p:cNvSpPr/>
          <p:nvPr/>
        </p:nvSpPr>
        <p:spPr>
          <a:xfrm>
            <a:off x="9406318" y="3276981"/>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451753" y="3282029"/>
            <a:ext cx="280416" cy="152400"/>
          </a:xfrm>
          <a:prstGeom prst="rect">
            <a:avLst/>
          </a:prstGeom>
          <a:noFill/>
        </p:spPr>
        <p:txBody>
          <a:bodyPr wrap="none" anchor="ctr" lIns="0" tIns="0" rIns="0"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47" name="TextBox 46"/>
          <p:cNvSpPr txBox="1"/>
          <p:nvPr/>
        </p:nvSpPr>
        <p:spPr>
          <a:xfrm>
            <a:off x="8641556" y="3261741"/>
            <a:ext cx="2485930" cy="357854"/>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file named inside a bolded phrase</a:t>
            </a:r>
          </a:p>
        </p:txBody>
      </p:sp>
      <p:sp>
        <p:nvSpPr>
          <p:cNvPr id="48" name="TextBox 47"/>
          <p:cNvSpPr txBox="1"/>
          <p:nvPr/>
        </p:nvSpPr>
        <p:spPr>
          <a:xfrm>
            <a:off x="9641586" y="3457004"/>
            <a:ext cx="1363694"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bold across it.</a:t>
            </a:r>
          </a:p>
        </p:txBody>
      </p:sp>
      <p:sp>
        <p:nvSpPr>
          <p:cNvPr id="49" name="Rounded Rectangle 48"/>
          <p:cNvSpPr/>
          <p:nvPr/>
        </p:nvSpPr>
        <p:spPr>
          <a:xfrm>
            <a:off x="670465" y="3962019"/>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0" name="Picture 49" descr="image.png"/>
          <p:cNvPicPr>
            <a:picLocks noChangeAspect="1"/>
          </p:cNvPicPr>
          <p:nvPr/>
        </p:nvPicPr>
        <p:blipFill>
          <a:blip r:embed="rId5"/>
          <a:stretch>
            <a:fillRect/>
          </a:stretch>
        </p:blipFill>
        <p:spPr>
          <a:xfrm>
            <a:off x="826580" y="4144042"/>
            <a:ext cx="377190" cy="377190"/>
          </a:xfrm>
          <a:prstGeom prst="rect">
            <a:avLst/>
          </a:prstGeom>
        </p:spPr>
      </p:pic>
      <p:sp>
        <p:nvSpPr>
          <p:cNvPr id="51" name="TextBox 50"/>
          <p:cNvSpPr txBox="1"/>
          <p:nvPr/>
        </p:nvSpPr>
        <p:spPr>
          <a:xfrm>
            <a:off x="1314164" y="4138994"/>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52" name="TextBox 51"/>
          <p:cNvSpPr txBox="1"/>
          <p:nvPr/>
        </p:nvSpPr>
        <p:spPr>
          <a:xfrm>
            <a:off x="1314164" y="4394168"/>
            <a:ext cx="2780582" cy="899446"/>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53" name="Rounded Rectangle 52"/>
          <p:cNvSpPr/>
          <p:nvPr/>
        </p:nvSpPr>
        <p:spPr>
          <a:xfrm>
            <a:off x="4334066" y="3962019"/>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4" name="Picture 53" descr="image.png"/>
          <p:cNvPicPr>
            <a:picLocks noChangeAspect="1"/>
          </p:cNvPicPr>
          <p:nvPr/>
        </p:nvPicPr>
        <p:blipFill>
          <a:blip r:embed="rId6"/>
          <a:stretch>
            <a:fillRect/>
          </a:stretch>
        </p:blipFill>
        <p:spPr>
          <a:xfrm>
            <a:off x="4490180" y="4144042"/>
            <a:ext cx="377190" cy="377190"/>
          </a:xfrm>
          <a:prstGeom prst="rect">
            <a:avLst/>
          </a:prstGeom>
        </p:spPr>
      </p:pic>
      <p:sp>
        <p:nvSpPr>
          <p:cNvPr id="55" name="TextBox 54"/>
          <p:cNvSpPr txBox="1"/>
          <p:nvPr/>
        </p:nvSpPr>
        <p:spPr>
          <a:xfrm>
            <a:off x="4977860" y="4138994"/>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56" name="Rounded Rectangle 55"/>
          <p:cNvSpPr/>
          <p:nvPr/>
        </p:nvSpPr>
        <p:spPr>
          <a:xfrm>
            <a:off x="4977860" y="4409408"/>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023199" y="4414456"/>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58" name="TextBox 57"/>
          <p:cNvSpPr txBox="1"/>
          <p:nvPr/>
        </p:nvSpPr>
        <p:spPr>
          <a:xfrm>
            <a:off x="4977860" y="4394168"/>
            <a:ext cx="2660523"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shows the title and hides the address. Only</a:t>
            </a:r>
          </a:p>
        </p:txBody>
      </p:sp>
      <p:sp>
        <p:nvSpPr>
          <p:cNvPr id="59" name="Rounded Rectangle 58"/>
          <p:cNvSpPr/>
          <p:nvPr/>
        </p:nvSpPr>
        <p:spPr>
          <a:xfrm>
            <a:off x="6165247" y="4604671"/>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6210681" y="4609719"/>
            <a:ext cx="441960"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61" name="TextBox 60"/>
          <p:cNvSpPr txBox="1"/>
          <p:nvPr/>
        </p:nvSpPr>
        <p:spPr>
          <a:xfrm>
            <a:off x="6659880" y="4589431"/>
            <a:ext cx="119443"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t>
            </a:r>
          </a:p>
        </p:txBody>
      </p:sp>
      <p:sp>
        <p:nvSpPr>
          <p:cNvPr id="62" name="Rounded Rectangle 61"/>
          <p:cNvSpPr/>
          <p:nvPr/>
        </p:nvSpPr>
        <p:spPr>
          <a:xfrm>
            <a:off x="6741319" y="4604671"/>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TextBox 62"/>
          <p:cNvSpPr txBox="1"/>
          <p:nvPr/>
        </p:nvSpPr>
        <p:spPr>
          <a:xfrm>
            <a:off x="6786658" y="4609719"/>
            <a:ext cx="52273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64" name="TextBox 63"/>
          <p:cNvSpPr txBox="1"/>
          <p:nvPr/>
        </p:nvSpPr>
        <p:spPr>
          <a:xfrm>
            <a:off x="7316724" y="4589431"/>
            <a:ext cx="32289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and</a:t>
            </a:r>
          </a:p>
        </p:txBody>
      </p:sp>
      <p:sp>
        <p:nvSpPr>
          <p:cNvPr id="65" name="Rounded Rectangle 64"/>
          <p:cNvSpPr/>
          <p:nvPr/>
        </p:nvSpPr>
        <p:spPr>
          <a:xfrm>
            <a:off x="4977860" y="4799933"/>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6" name="TextBox 65"/>
          <p:cNvSpPr txBox="1"/>
          <p:nvPr/>
        </p:nvSpPr>
        <p:spPr>
          <a:xfrm>
            <a:off x="5023199" y="4804982"/>
            <a:ext cx="603504"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67" name="TextBox 66"/>
          <p:cNvSpPr txBox="1"/>
          <p:nvPr/>
        </p:nvSpPr>
        <p:spPr>
          <a:xfrm>
            <a:off x="5634038" y="4784693"/>
            <a:ext cx="525970"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link —</a:t>
            </a:r>
          </a:p>
        </p:txBody>
      </p:sp>
      <p:sp>
        <p:nvSpPr>
          <p:cNvPr id="68" name="Rounded Rectangle 67"/>
          <p:cNvSpPr/>
          <p:nvPr/>
        </p:nvSpPr>
        <p:spPr>
          <a:xfrm>
            <a:off x="6121908" y="4799933"/>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9" name="TextBox 68"/>
          <p:cNvSpPr txBox="1"/>
          <p:nvPr/>
        </p:nvSpPr>
        <p:spPr>
          <a:xfrm>
            <a:off x="6167342" y="4804982"/>
            <a:ext cx="1411129"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70" name="TextBox 69"/>
          <p:cNvSpPr txBox="1"/>
          <p:nvPr/>
        </p:nvSpPr>
        <p:spPr>
          <a:xfrm>
            <a:off x="4977860" y="4979956"/>
            <a:ext cx="108708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literal text.</a:t>
            </a:r>
          </a:p>
        </p:txBody>
      </p:sp>
      <p:sp>
        <p:nvSpPr>
          <p:cNvPr id="71" name="Rounded Rectangle 70"/>
          <p:cNvSpPr/>
          <p:nvPr/>
        </p:nvSpPr>
        <p:spPr>
          <a:xfrm>
            <a:off x="7997762" y="3962019"/>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2" name="Picture 71" descr="image.png"/>
          <p:cNvPicPr>
            <a:picLocks noChangeAspect="1"/>
          </p:cNvPicPr>
          <p:nvPr/>
        </p:nvPicPr>
        <p:blipFill>
          <a:blip r:embed="rId8"/>
          <a:stretch>
            <a:fillRect/>
          </a:stretch>
        </p:blipFill>
        <p:spPr>
          <a:xfrm>
            <a:off x="8153876" y="4144042"/>
            <a:ext cx="377190" cy="377190"/>
          </a:xfrm>
          <a:prstGeom prst="rect">
            <a:avLst/>
          </a:prstGeom>
        </p:spPr>
      </p:pic>
      <p:sp>
        <p:nvSpPr>
          <p:cNvPr id="73" name="TextBox 72"/>
          <p:cNvSpPr txBox="1"/>
          <p:nvPr/>
        </p:nvSpPr>
        <p:spPr>
          <a:xfrm>
            <a:off x="8641556" y="4138994"/>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74" name="TextBox 73"/>
          <p:cNvSpPr txBox="1"/>
          <p:nvPr/>
        </p:nvSpPr>
        <p:spPr>
          <a:xfrm>
            <a:off x="8641556" y="4394168"/>
            <a:ext cx="2780678" cy="1113187"/>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75" name="TextBox 74"/>
          <p:cNvSpPr txBox="1"/>
          <p:nvPr/>
        </p:nvSpPr>
        <p:spPr>
          <a:xfrm>
            <a:off x="670465" y="6027230"/>
            <a:ext cx="718099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8262747" y="3453384"/>
            <a:ext cx="332652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192369"/>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201894"/>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3311462"/>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451068"/>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2915888"/>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192369"/>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201894"/>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42866" y="3311462"/>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451068"/>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2915888"/>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192369"/>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201894"/>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348472" y="3311462"/>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451068"/>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2915888"/>
            <a:ext cx="2202056" cy="1684210"/>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14864" y="2316575"/>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219039"/>
            <a:ext cx="6053614"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14864" y="2918650"/>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821114"/>
            <a:ext cx="303180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4864" y="3520821"/>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423285"/>
            <a:ext cx="312905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14864" y="4122896"/>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4025360"/>
            <a:ext cx="5181981"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14864" y="4725067"/>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27531"/>
            <a:ext cx="686743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14864" y="532714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29606"/>
            <a:ext cx="4557522"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814864" y="592931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31776"/>
            <a:ext cx="401955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241042"/>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25436" y="2325624"/>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220944"/>
            <a:ext cx="9042368"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2947988"/>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25436" y="3032570"/>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2927890"/>
            <a:ext cx="764876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3654933"/>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5436" y="3739420"/>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3634835"/>
            <a:ext cx="6628543"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361878"/>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25436" y="4446365"/>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341781"/>
            <a:ext cx="874261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1802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32494"/>
            <a:ext cx="662544"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69348"/>
            <a:ext cx="662544"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3758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32494"/>
            <a:ext cx="662737" cy="1276160"/>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74910"/>
            <a:ext cx="662737" cy="2502979"/>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557236"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32494"/>
            <a:ext cx="662640"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69348"/>
            <a:ext cx="662640"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523196"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52940"/>
            <a:ext cx="81442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89782"/>
            <a:ext cx="814426" cy="2422874"/>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31518"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52940"/>
            <a:ext cx="814716" cy="1147667"/>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53815"/>
            <a:ext cx="814716" cy="2149602"/>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139934"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52940"/>
            <a:ext cx="81471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89782"/>
            <a:ext cx="814716" cy="2390870"/>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192369"/>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192369"/>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314289"/>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192369"/>
            <a:ext cx="10220516" cy="371475"/>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2613755"/>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380899"/>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230499"/>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3680365"/>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447604"/>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297108"/>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4747070"/>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74539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74539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2806351"/>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93159" y="294560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745391"/>
            <a:ext cx="10220516" cy="371475"/>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166777"/>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387296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93159" y="401221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3783521"/>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23338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493957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93159" y="5078920"/>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4850130"/>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300091"/>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45391"/>
            <a:ext cx="2588514" cy="2654903"/>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782860" y="2908078"/>
            <a:ext cx="224980" cy="224980"/>
          </a:xfrm>
          <a:prstGeom prst="rect">
            <a:avLst/>
          </a:prstGeom>
        </p:spPr>
      </p:pic>
      <p:sp>
        <p:nvSpPr>
          <p:cNvPr id="9" name="TextBox 8"/>
          <p:cNvSpPr txBox="1"/>
          <p:nvPr/>
        </p:nvSpPr>
        <p:spPr>
          <a:xfrm>
            <a:off x="1067848" y="2908078"/>
            <a:ext cx="2116836"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10" name="TextBox 9"/>
          <p:cNvSpPr txBox="1"/>
          <p:nvPr/>
        </p:nvSpPr>
        <p:spPr>
          <a:xfrm>
            <a:off x="782860" y="3204686"/>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1" name="TextBox 10"/>
          <p:cNvSpPr txBox="1"/>
          <p:nvPr/>
        </p:nvSpPr>
        <p:spPr>
          <a:xfrm>
            <a:off x="782860" y="3840671"/>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2" name="Oval 11"/>
          <p:cNvSpPr/>
          <p:nvPr/>
        </p:nvSpPr>
        <p:spPr>
          <a:xfrm>
            <a:off x="782860" y="410137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32878" y="4015835"/>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4" name="Oval 13"/>
          <p:cNvSpPr/>
          <p:nvPr/>
        </p:nvSpPr>
        <p:spPr>
          <a:xfrm>
            <a:off x="782860" y="432939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32878" y="4243768"/>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6" name="Oval 15"/>
          <p:cNvSpPr/>
          <p:nvPr/>
        </p:nvSpPr>
        <p:spPr>
          <a:xfrm>
            <a:off x="782860" y="455733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32878" y="4471797"/>
            <a:ext cx="2265961"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8" name="TextBox 17"/>
          <p:cNvSpPr txBox="1"/>
          <p:nvPr/>
        </p:nvSpPr>
        <p:spPr>
          <a:xfrm>
            <a:off x="782860" y="4927759"/>
            <a:ext cx="2418230"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9" name="Rounded Rectangle 18"/>
          <p:cNvSpPr/>
          <p:nvPr/>
        </p:nvSpPr>
        <p:spPr>
          <a:xfrm>
            <a:off x="3424047" y="2745391"/>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3424047" y="2745391"/>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3"/>
          <a:stretch>
            <a:fillRect/>
          </a:stretch>
        </p:blipFill>
        <p:spPr>
          <a:xfrm>
            <a:off x="3536442" y="2908078"/>
            <a:ext cx="224980" cy="224980"/>
          </a:xfrm>
          <a:prstGeom prst="rect">
            <a:avLst/>
          </a:prstGeom>
        </p:spPr>
      </p:pic>
      <p:sp>
        <p:nvSpPr>
          <p:cNvPr id="22" name="TextBox 21"/>
          <p:cNvSpPr txBox="1"/>
          <p:nvPr/>
        </p:nvSpPr>
        <p:spPr>
          <a:xfrm>
            <a:off x="3821430" y="2908078"/>
            <a:ext cx="2116931"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3" name="TextBox 22"/>
          <p:cNvSpPr txBox="1"/>
          <p:nvPr/>
        </p:nvSpPr>
        <p:spPr>
          <a:xfrm>
            <a:off x="3536442" y="3204686"/>
            <a:ext cx="2418327"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4" name="TextBox 23"/>
          <p:cNvSpPr txBox="1"/>
          <p:nvPr/>
        </p:nvSpPr>
        <p:spPr>
          <a:xfrm>
            <a:off x="3536442" y="3840671"/>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5" name="Oval 24"/>
          <p:cNvSpPr/>
          <p:nvPr/>
        </p:nvSpPr>
        <p:spPr>
          <a:xfrm>
            <a:off x="3536442" y="410137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686461" y="4015835"/>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7" name="Oval 26"/>
          <p:cNvSpPr/>
          <p:nvPr/>
        </p:nvSpPr>
        <p:spPr>
          <a:xfrm>
            <a:off x="3536442" y="432939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686461" y="4243768"/>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9" name="Oval 28"/>
          <p:cNvSpPr/>
          <p:nvPr/>
        </p:nvSpPr>
        <p:spPr>
          <a:xfrm>
            <a:off x="3536442" y="455733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3686461" y="4471797"/>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31" name="TextBox 30"/>
          <p:cNvSpPr txBox="1"/>
          <p:nvPr/>
        </p:nvSpPr>
        <p:spPr>
          <a:xfrm>
            <a:off x="3536442" y="4752213"/>
            <a:ext cx="2418327" cy="440912"/>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2" name="Rounded Rectangle 31"/>
          <p:cNvSpPr/>
          <p:nvPr/>
        </p:nvSpPr>
        <p:spPr>
          <a:xfrm>
            <a:off x="6177629" y="2745391"/>
            <a:ext cx="2588514" cy="2654903"/>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6177629" y="2745391"/>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4"/>
          <a:stretch>
            <a:fillRect/>
          </a:stretch>
        </p:blipFill>
        <p:spPr>
          <a:xfrm>
            <a:off x="6290120" y="2943225"/>
            <a:ext cx="224980" cy="224980"/>
          </a:xfrm>
          <a:prstGeom prst="rect">
            <a:avLst/>
          </a:prstGeom>
        </p:spPr>
      </p:pic>
      <p:sp>
        <p:nvSpPr>
          <p:cNvPr id="35" name="TextBox 34"/>
          <p:cNvSpPr txBox="1"/>
          <p:nvPr/>
        </p:nvSpPr>
        <p:spPr>
          <a:xfrm>
            <a:off x="6575012" y="2943225"/>
            <a:ext cx="2116836"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6" name="TextBox 35"/>
          <p:cNvSpPr txBox="1"/>
          <p:nvPr/>
        </p:nvSpPr>
        <p:spPr>
          <a:xfrm>
            <a:off x="6290120" y="3239834"/>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7" name="TextBox 36"/>
          <p:cNvSpPr txBox="1"/>
          <p:nvPr/>
        </p:nvSpPr>
        <p:spPr>
          <a:xfrm>
            <a:off x="6290120" y="3875818"/>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8" name="Oval 37"/>
          <p:cNvSpPr/>
          <p:nvPr/>
        </p:nvSpPr>
        <p:spPr>
          <a:xfrm>
            <a:off x="6290120" y="413651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6440043" y="4050982"/>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40" name="Oval 39"/>
          <p:cNvSpPr/>
          <p:nvPr/>
        </p:nvSpPr>
        <p:spPr>
          <a:xfrm>
            <a:off x="6290120" y="436454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6440043" y="4278916"/>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42" name="Oval 41"/>
          <p:cNvSpPr/>
          <p:nvPr/>
        </p:nvSpPr>
        <p:spPr>
          <a:xfrm>
            <a:off x="6290120" y="459247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6440043" y="4506944"/>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4" name="TextBox 43"/>
          <p:cNvSpPr txBox="1"/>
          <p:nvPr/>
        </p:nvSpPr>
        <p:spPr>
          <a:xfrm>
            <a:off x="6290120" y="4787360"/>
            <a:ext cx="2401824" cy="152305"/>
          </a:xfrm>
          <a:prstGeom prst="rect">
            <a:avLst/>
          </a:prstGeom>
          <a:noFill/>
        </p:spPr>
        <p:txBody>
          <a:bodyPr wrap="non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5" name="Rounded Rectangle 44"/>
          <p:cNvSpPr/>
          <p:nvPr/>
        </p:nvSpPr>
        <p:spPr>
          <a:xfrm>
            <a:off x="8931212" y="2745391"/>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Rectangle 45"/>
          <p:cNvSpPr/>
          <p:nvPr/>
        </p:nvSpPr>
        <p:spPr>
          <a:xfrm>
            <a:off x="8931212" y="2745391"/>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7" name="Picture 46" descr="image.png"/>
          <p:cNvPicPr>
            <a:picLocks noChangeAspect="1"/>
          </p:cNvPicPr>
          <p:nvPr/>
        </p:nvPicPr>
        <p:blipFill>
          <a:blip r:embed="rId5"/>
          <a:stretch>
            <a:fillRect/>
          </a:stretch>
        </p:blipFill>
        <p:spPr>
          <a:xfrm>
            <a:off x="9043606" y="2908078"/>
            <a:ext cx="224980" cy="224980"/>
          </a:xfrm>
          <a:prstGeom prst="rect">
            <a:avLst/>
          </a:prstGeom>
        </p:spPr>
      </p:pic>
      <p:sp>
        <p:nvSpPr>
          <p:cNvPr id="48" name="TextBox 47"/>
          <p:cNvSpPr txBox="1"/>
          <p:nvPr/>
        </p:nvSpPr>
        <p:spPr>
          <a:xfrm>
            <a:off x="9328594" y="2908078"/>
            <a:ext cx="2116931"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9" name="TextBox 48"/>
          <p:cNvSpPr txBox="1"/>
          <p:nvPr/>
        </p:nvSpPr>
        <p:spPr>
          <a:xfrm>
            <a:off x="9043606" y="3204686"/>
            <a:ext cx="2418327" cy="644176"/>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50" name="TextBox 49"/>
          <p:cNvSpPr txBox="1"/>
          <p:nvPr/>
        </p:nvSpPr>
        <p:spPr>
          <a:xfrm>
            <a:off x="9043606" y="3653314"/>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51" name="Oval 50"/>
          <p:cNvSpPr/>
          <p:nvPr/>
        </p:nvSpPr>
        <p:spPr>
          <a:xfrm>
            <a:off x="9043606" y="391410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193625" y="3828478"/>
            <a:ext cx="2266058" cy="613124"/>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53" name="Oval 52"/>
          <p:cNvSpPr/>
          <p:nvPr/>
        </p:nvSpPr>
        <p:spPr>
          <a:xfrm>
            <a:off x="9043606" y="431758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9193625" y="4231958"/>
            <a:ext cx="2251996"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5" name="Oval 54"/>
          <p:cNvSpPr/>
          <p:nvPr/>
        </p:nvSpPr>
        <p:spPr>
          <a:xfrm>
            <a:off x="9043606" y="454552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9193625" y="4459986"/>
            <a:ext cx="2266058"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7" name="TextBox 56"/>
          <p:cNvSpPr txBox="1"/>
          <p:nvPr/>
        </p:nvSpPr>
        <p:spPr>
          <a:xfrm>
            <a:off x="9043606" y="4915948"/>
            <a:ext cx="2418327"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8" name="Rounded Rectangle 5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9" name="Rectangle 58"/>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0" name="Picture 59" descr="image.png"/>
          <p:cNvPicPr>
            <a:picLocks noChangeAspect="1"/>
          </p:cNvPicPr>
          <p:nvPr/>
        </p:nvPicPr>
        <p:blipFill>
          <a:blip r:embed="rId6"/>
          <a:stretch>
            <a:fillRect/>
          </a:stretch>
        </p:blipFill>
        <p:spPr>
          <a:xfrm>
            <a:off x="886016" y="5882735"/>
            <a:ext cx="243745" cy="243745"/>
          </a:xfrm>
          <a:prstGeom prst="rect">
            <a:avLst/>
          </a:prstGeom>
        </p:spPr>
      </p:pic>
      <p:sp>
        <p:nvSpPr>
          <p:cNvPr id="61" name="TextBox 60"/>
          <p:cNvSpPr txBox="1"/>
          <p:nvPr/>
        </p:nvSpPr>
        <p:spPr>
          <a:xfrm>
            <a:off x="1251680" y="5877496"/>
            <a:ext cx="7116794"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6789" cy="292608"/>
          </a:xfrm>
          <a:prstGeom prst="rect">
            <a:avLst/>
          </a:prstGeom>
          <a:noFill/>
        </p:spPr>
        <p:txBody>
          <a:bodyPr wrap="none" anchor="ctr" lIns="0" tIns="0" rIns="0" bIns="0">
            <a:noAutofit/>
          </a:bodyPr>
          <a:lstStyle/>
          <a:p>
            <a:pPr algn="l">
              <a:lnSpc>
                <a:spcPts val="2352"/>
              </a:lnSpc>
              <a:spcBef>
                <a:spcPts val="0"/>
              </a:spcBef>
              <a:spcAft>
                <a:spcPts val="0"/>
              </a:spcAft>
            </a:pPr>
            <a:r>
              <a:rPr sz="2045" b="1" i="0" u="none">
                <a:solidFill>
                  <a:srgbClr val="1F1E1E"/>
                </a:solidFill>
                <a:latin typeface="Arial"/>
              </a:rPr>
              <a:t>IA Tradicional vs. Foundation Models</a:t>
            </a:r>
          </a:p>
        </p:txBody>
      </p:sp>
      <p:sp>
        <p:nvSpPr>
          <p:cNvPr id="7" name="Rounded Rectangle 6"/>
          <p:cNvSpPr/>
          <p:nvPr/>
        </p:nvSpPr>
        <p:spPr>
          <a:xfrm>
            <a:off x="670465" y="3307175"/>
            <a:ext cx="5328476" cy="2506028"/>
          </a:xfrm>
          <a:prstGeom prst="roundRect">
            <a:avLst>
              <a:gd name="adj" fmla="val 8757"/>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07175"/>
            <a:ext cx="5328476"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844677" y="3571780"/>
            <a:ext cx="313563" cy="313563"/>
          </a:xfrm>
          <a:prstGeom prst="rect">
            <a:avLst/>
          </a:prstGeom>
        </p:spPr>
      </p:pic>
      <p:sp>
        <p:nvSpPr>
          <p:cNvPr id="10" name="TextBox 9"/>
          <p:cNvSpPr txBox="1"/>
          <p:nvPr/>
        </p:nvSpPr>
        <p:spPr>
          <a:xfrm>
            <a:off x="1254062" y="3571780"/>
            <a:ext cx="4608766" cy="258604"/>
          </a:xfrm>
          <a:prstGeom prst="rect">
            <a:avLst/>
          </a:prstGeom>
          <a:noFill/>
        </p:spPr>
        <p:txBody>
          <a:bodyPr wrap="none" anchor="ctr" lIns="0" tIns="0" rIns="0" bIns="0">
            <a:noAutofit/>
          </a:bodyPr>
          <a:lstStyle/>
          <a:p>
            <a:pPr algn="l">
              <a:lnSpc>
                <a:spcPts val="2116"/>
              </a:lnSpc>
              <a:spcBef>
                <a:spcPts val="0"/>
              </a:spcBef>
              <a:spcAft>
                <a:spcPts val="0"/>
              </a:spcAft>
            </a:pPr>
            <a:r>
              <a:rPr sz="1839" b="1" i="0" u="none">
                <a:solidFill>
                  <a:srgbClr val="DA1B2E"/>
                </a:solidFill>
                <a:latin typeface="Arial"/>
              </a:rPr>
              <a:t>IA Tradicional</a:t>
            </a:r>
          </a:p>
        </p:txBody>
      </p:sp>
      <p:sp>
        <p:nvSpPr>
          <p:cNvPr id="11" name="TextBox 10"/>
          <p:cNvSpPr txBox="1"/>
          <p:nvPr/>
        </p:nvSpPr>
        <p:spPr>
          <a:xfrm>
            <a:off x="844677" y="3992880"/>
            <a:ext cx="5018246" cy="204216"/>
          </a:xfrm>
          <a:prstGeom prst="rect">
            <a:avLst/>
          </a:prstGeom>
          <a:noFill/>
        </p:spPr>
        <p:txBody>
          <a:bodyPr wrap="none" anchor="ctr" lIns="0" tIns="0" rIns="0" bIns="0">
            <a:noAutofit/>
          </a:bodyPr>
          <a:lstStyle/>
          <a:p>
            <a:pPr algn="l">
              <a:lnSpc>
                <a:spcPts val="1932"/>
              </a:lnSpc>
              <a:spcBef>
                <a:spcPts val="0"/>
              </a:spcBef>
              <a:spcAft>
                <a:spcPts val="0"/>
              </a:spcAft>
            </a:pPr>
            <a:r>
              <a:rPr sz="1431" b="0" i="0" u="none">
                <a:solidFill>
                  <a:srgbClr val="3B3535"/>
                </a:solidFill>
                <a:latin typeface="Arial"/>
              </a:rPr>
              <a:t>Un modelo por tarea específica, entrenado en casa.</a:t>
            </a:r>
          </a:p>
        </p:txBody>
      </p:sp>
      <p:sp>
        <p:nvSpPr>
          <p:cNvPr id="12" name="Oval 11"/>
          <p:cNvSpPr/>
          <p:nvPr/>
        </p:nvSpPr>
        <p:spPr>
          <a:xfrm>
            <a:off x="844677" y="4397883"/>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18794" y="4320064"/>
            <a:ext cx="4897073" cy="726472"/>
          </a:xfrm>
          <a:prstGeom prst="rect">
            <a:avLst/>
          </a:prstGeom>
          <a:noFill/>
        </p:spPr>
        <p:txBody>
          <a:bodyPr wrap="square" anchor="ctr" lIns="0" tIns="0" rIns="0" bIns="0">
            <a:noAutofit/>
          </a:bodyPr>
          <a:lstStyle/>
          <a:p>
            <a:pPr algn="l">
              <a:lnSpc>
                <a:spcPts val="1772"/>
              </a:lnSpc>
              <a:spcBef>
                <a:spcPts val="0"/>
              </a:spcBef>
              <a:spcAft>
                <a:spcPts val="0"/>
              </a:spcAft>
            </a:pPr>
            <a:r>
              <a:rPr sz="1363" b="0" i="0" u="none">
                <a:solidFill>
                  <a:srgbClr val="3B3535"/>
                </a:solidFill>
                <a:latin typeface="Arial"/>
              </a:rPr>
              <a:t>Requiere datos etiquetados abundantes para cada caso de uso</a:t>
            </a:r>
          </a:p>
        </p:txBody>
      </p:sp>
      <p:sp>
        <p:nvSpPr>
          <p:cNvPr id="14" name="Oval 13"/>
          <p:cNvSpPr/>
          <p:nvPr/>
        </p:nvSpPr>
        <p:spPr>
          <a:xfrm>
            <a:off x="844677" y="491166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018794" y="4833842"/>
            <a:ext cx="4844034" cy="190595"/>
          </a:xfrm>
          <a:prstGeom prst="rect">
            <a:avLst/>
          </a:prstGeom>
          <a:noFill/>
        </p:spPr>
        <p:txBody>
          <a:bodyPr wrap="none" anchor="ctr" lIns="0" tIns="0" rIns="0" bIns="0">
            <a:noAutofit/>
          </a:bodyPr>
          <a:lstStyle/>
          <a:p>
            <a:pPr algn="l">
              <a:lnSpc>
                <a:spcPts val="1772"/>
              </a:lnSpc>
              <a:spcBef>
                <a:spcPts val="0"/>
              </a:spcBef>
              <a:spcAft>
                <a:spcPts val="0"/>
              </a:spcAft>
            </a:pPr>
            <a:r>
              <a:rPr sz="1363" b="0" i="0" u="none">
                <a:solidFill>
                  <a:srgbClr val="3B3535"/>
                </a:solidFill>
                <a:latin typeface="Arial"/>
              </a:rPr>
              <a:t>Difícil de reutilizar entre dominios distintos</a:t>
            </a:r>
          </a:p>
        </p:txBody>
      </p:sp>
      <p:sp>
        <p:nvSpPr>
          <p:cNvPr id="16" name="TextBox 15"/>
          <p:cNvSpPr txBox="1"/>
          <p:nvPr/>
        </p:nvSpPr>
        <p:spPr>
          <a:xfrm>
            <a:off x="844677" y="5199507"/>
            <a:ext cx="5073898" cy="416909"/>
          </a:xfrm>
          <a:prstGeom prst="rect">
            <a:avLst/>
          </a:prstGeom>
          <a:noFill/>
        </p:spPr>
        <p:txBody>
          <a:bodyPr wrap="square" anchor="ctr" lIns="0" tIns="0" rIns="0" bIns="0">
            <a:noAutofit/>
          </a:bodyPr>
          <a:lstStyle/>
          <a:p>
            <a:pPr algn="l">
              <a:lnSpc>
                <a:spcPts val="1772"/>
              </a:lnSpc>
              <a:spcBef>
                <a:spcPts val="0"/>
              </a:spcBef>
              <a:spcAft>
                <a:spcPts val="0"/>
              </a:spcAft>
            </a:pPr>
            <a:r>
              <a:rPr sz="1363" b="1" i="0" u="none">
                <a:solidFill>
                  <a:srgbClr val="1F1E1E"/>
                </a:solidFill>
                <a:latin typeface="Arial"/>
              </a:rPr>
              <a:t>Ejemplo: un detector de fallos en autopartes sólo detecta eso.</a:t>
            </a:r>
          </a:p>
        </p:txBody>
      </p:sp>
      <p:sp>
        <p:nvSpPr>
          <p:cNvPr id="17" name="Rounded Rectangle 16"/>
          <p:cNvSpPr/>
          <p:nvPr/>
        </p:nvSpPr>
        <p:spPr>
          <a:xfrm>
            <a:off x="6190583" y="3307175"/>
            <a:ext cx="5328571" cy="2506028"/>
          </a:xfrm>
          <a:prstGeom prst="roundRect">
            <a:avLst>
              <a:gd name="adj" fmla="val 875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190583" y="3307175"/>
            <a:ext cx="5328571"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364796" y="3530918"/>
            <a:ext cx="313563" cy="313563"/>
          </a:xfrm>
          <a:prstGeom prst="rect">
            <a:avLst/>
          </a:prstGeom>
        </p:spPr>
      </p:pic>
      <p:sp>
        <p:nvSpPr>
          <p:cNvPr id="20" name="TextBox 19"/>
          <p:cNvSpPr txBox="1"/>
          <p:nvPr/>
        </p:nvSpPr>
        <p:spPr>
          <a:xfrm>
            <a:off x="6774180" y="3530918"/>
            <a:ext cx="4608957" cy="258604"/>
          </a:xfrm>
          <a:prstGeom prst="rect">
            <a:avLst/>
          </a:prstGeom>
          <a:noFill/>
        </p:spPr>
        <p:txBody>
          <a:bodyPr wrap="none" anchor="ctr" lIns="0" tIns="0" rIns="0" bIns="0">
            <a:noAutofit/>
          </a:bodyPr>
          <a:lstStyle/>
          <a:p>
            <a:pPr algn="l">
              <a:lnSpc>
                <a:spcPts val="2116"/>
              </a:lnSpc>
              <a:spcBef>
                <a:spcPts val="0"/>
              </a:spcBef>
              <a:spcAft>
                <a:spcPts val="0"/>
              </a:spcAft>
            </a:pPr>
            <a:r>
              <a:rPr sz="1839" b="1" i="0" u="none">
                <a:solidFill>
                  <a:srgbClr val="1F1E1E"/>
                </a:solidFill>
                <a:latin typeface="Arial"/>
              </a:rPr>
              <a:t>Foundation Models</a:t>
            </a:r>
          </a:p>
        </p:txBody>
      </p:sp>
      <p:sp>
        <p:nvSpPr>
          <p:cNvPr id="21" name="TextBox 20"/>
          <p:cNvSpPr txBox="1"/>
          <p:nvPr/>
        </p:nvSpPr>
        <p:spPr>
          <a:xfrm>
            <a:off x="6364796" y="3952018"/>
            <a:ext cx="5073995" cy="796766"/>
          </a:xfrm>
          <a:prstGeom prst="rect">
            <a:avLst/>
          </a:prstGeom>
          <a:noFill/>
        </p:spPr>
        <p:txBody>
          <a:bodyPr wrap="square" anchor="ctr" lIns="0" tIns="0" rIns="0" bIns="0">
            <a:noAutofit/>
          </a:bodyPr>
          <a:lstStyle/>
          <a:p>
            <a:pPr algn="l">
              <a:lnSpc>
                <a:spcPts val="1932"/>
              </a:lnSpc>
              <a:spcBef>
                <a:spcPts val="0"/>
              </a:spcBef>
              <a:spcAft>
                <a:spcPts val="0"/>
              </a:spcAft>
            </a:pPr>
            <a:r>
              <a:rPr sz="1431" b="0" i="0" u="none">
                <a:solidFill>
                  <a:srgbClr val="3B3535"/>
                </a:solidFill>
                <a:latin typeface="Arial"/>
              </a:rPr>
              <a:t>Modelos entrenados con datos a gran escala que adquieren una comprensión general y se adaptan después.</a:t>
            </a:r>
          </a:p>
        </p:txBody>
      </p:sp>
      <p:sp>
        <p:nvSpPr>
          <p:cNvPr id="22" name="TextBox 21"/>
          <p:cNvSpPr txBox="1"/>
          <p:nvPr/>
        </p:nvSpPr>
        <p:spPr>
          <a:xfrm>
            <a:off x="6364796" y="4532948"/>
            <a:ext cx="5018342" cy="190595"/>
          </a:xfrm>
          <a:prstGeom prst="rect">
            <a:avLst/>
          </a:prstGeom>
          <a:noFill/>
        </p:spPr>
        <p:txBody>
          <a:bodyPr wrap="none" anchor="ctr" lIns="0" tIns="0" rIns="0" bIns="0">
            <a:noAutofit/>
          </a:bodyPr>
          <a:lstStyle/>
          <a:p>
            <a:pPr algn="l">
              <a:lnSpc>
                <a:spcPts val="1839"/>
              </a:lnSpc>
              <a:spcBef>
                <a:spcPts val="0"/>
              </a:spcBef>
              <a:spcAft>
                <a:spcPts val="0"/>
              </a:spcAft>
            </a:pPr>
            <a:r>
              <a:rPr sz="1363" b="0" i="0" u="none">
                <a:solidFill>
                  <a:srgbClr val="3B3535"/>
                </a:solidFill>
                <a:latin typeface="Arial"/>
              </a:rPr>
              <a:t>Se exponen como SaaS o se pueden correr localmente.</a:t>
            </a:r>
          </a:p>
        </p:txBody>
      </p:sp>
      <p:sp>
        <p:nvSpPr>
          <p:cNvPr id="23" name="TextBox 22"/>
          <p:cNvSpPr txBox="1"/>
          <p:nvPr/>
        </p:nvSpPr>
        <p:spPr>
          <a:xfrm>
            <a:off x="6364796" y="4855178"/>
            <a:ext cx="5073995" cy="710374"/>
          </a:xfrm>
          <a:prstGeom prst="rect">
            <a:avLst/>
          </a:prstGeom>
          <a:noFill/>
        </p:spPr>
        <p:txBody>
          <a:bodyPr wrap="square" anchor="ctr" lIns="0" tIns="0" rIns="0" bIns="0">
            <a:noAutofit/>
          </a:bodyPr>
          <a:lstStyle/>
          <a:p>
            <a:pPr algn="l">
              <a:lnSpc>
                <a:spcPts val="1839"/>
              </a:lnSpc>
              <a:spcBef>
                <a:spcPts val="0"/>
              </a:spcBef>
              <a:spcAft>
                <a:spcPts val="0"/>
              </a:spcAft>
            </a:pPr>
            <a:r>
              <a:rPr sz="1363" b="0" i="0" u="none">
                <a:solidFill>
                  <a:srgbClr val="3B3535"/>
                </a:solidFill>
                <a:latin typeface="Arial"/>
              </a:rPr>
              <a:t>No hace falta un equipo de data science para empezar a usarlos.</a:t>
            </a:r>
          </a:p>
        </p:txBody>
      </p:sp>
      <p:sp>
        <p:nvSpPr>
          <p:cNvPr id="24" name="TextBox 23"/>
          <p:cNvSpPr txBox="1"/>
          <p:nvPr/>
        </p:nvSpPr>
        <p:spPr>
          <a:xfrm>
            <a:off x="670465" y="6027230"/>
            <a:ext cx="8165497"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4"/>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1775555"/>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153412"/>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1775555"/>
            <a:ext cx="3524440"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1775555"/>
            <a:ext cx="3524440"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1775555"/>
            <a:ext cx="3524536"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499265"/>
            <a:ext cx="3346249"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347341"/>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65142" y="2499265"/>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487549"/>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41220" y="2639473"/>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3688556"/>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396424"/>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565142" y="3548348"/>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536632"/>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241220" y="3688556"/>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4597432"/>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445508"/>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565142" y="4597432"/>
            <a:ext cx="309743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44550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241220" y="4597432"/>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328577"/>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706434"/>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328577"/>
            <a:ext cx="5365147"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328577"/>
            <a:ext cx="5365147" cy="32385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TextBox 8"/>
          <p:cNvSpPr txBox="1"/>
          <p:nvPr/>
        </p:nvSpPr>
        <p:spPr>
          <a:xfrm>
            <a:off x="670465" y="3052286"/>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A comparison needs a real HTML table</a:t>
            </a:r>
          </a:p>
        </p:txBody>
      </p:sp>
      <p:sp>
        <p:nvSpPr>
          <p:cNvPr id="10" name="Rounded Rectangle 9"/>
          <p:cNvSpPr/>
          <p:nvPr/>
        </p:nvSpPr>
        <p:spPr>
          <a:xfrm>
            <a:off x="6184582" y="3040571"/>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403181" y="3192494"/>
            <a:ext cx="493566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2" name="TextBox 11"/>
          <p:cNvSpPr txBox="1"/>
          <p:nvPr/>
        </p:nvSpPr>
        <p:spPr>
          <a:xfrm>
            <a:off x="670465" y="4101370"/>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The two columns should look different</a:t>
            </a:r>
          </a:p>
        </p:txBody>
      </p:sp>
      <p:sp>
        <p:nvSpPr>
          <p:cNvPr id="13" name="Rounded Rectangle 12"/>
          <p:cNvSpPr/>
          <p:nvPr/>
        </p:nvSpPr>
        <p:spPr>
          <a:xfrm>
            <a:off x="6184582" y="3949446"/>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403181" y="4101370"/>
            <a:ext cx="4990078"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693"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187607"/>
            <a:ext cx="1088898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289744"/>
            <a:ext cx="1726107" cy="572167"/>
          </a:xfrm>
          <a:prstGeom prst="rect">
            <a:avLst/>
          </a:prstGeom>
          <a:noFill/>
        </p:spPr>
        <p:txBody>
          <a:bodyPr wrap="square" anchor="ctr" lIns="0" tIns="0" rIns="0" bIns="0">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847118"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857655"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192905"/>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847118"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857655"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989671"/>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847118" y="4883182"/>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857655" y="4989671"/>
            <a:ext cx="1553813" cy="230124"/>
          </a:xfrm>
          <a:prstGeom prst="rect">
            <a:avLst/>
          </a:prstGeom>
          <a:noFill/>
        </p:spPr>
        <p:txBody>
          <a:bodyPr wrap="none" anchor="ctr" lIns="0" tIns="0" rIns="0" bIns="0">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786342"/>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410"/>
            <a:ext cx="1874330"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847118" y="5679853"/>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410"/>
            <a:ext cx="1870805"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857655" y="5679853"/>
            <a:ext cx="1584472"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1775555"/>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108073"/>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1775555"/>
            <a:ext cx="2900172"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1775555"/>
            <a:ext cx="2896457"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2529650"/>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274856"/>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848725" y="2406301"/>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3452812"/>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198019"/>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48725" y="3329464"/>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252627"/>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121182"/>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48725" y="4252627"/>
            <a:ext cx="252231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45035"/>
            <a:ext cx="4645628"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14640" y="3507772"/>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314640" y="4363593"/>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314640" y="5219414"/>
            <a:ext cx="4323493" cy="314611"/>
          </a:xfrm>
          <a:prstGeom prst="rect">
            <a:avLst/>
          </a:prstGeom>
          <a:noFill/>
        </p:spPr>
        <p:txBody>
          <a:bodyPr wrap="none" anchor="ctr" lIns="0"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45035"/>
            <a:ext cx="4645724"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911435" y="3507772"/>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11435" y="4363593"/>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911435" y="5219414"/>
            <a:ext cx="4368917" cy="699802"/>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650"/>
            <a:ext cx="674560" cy="674560"/>
          </a:xfrm>
          <a:prstGeom prst="rect">
            <a:avLst/>
          </a:prstGeom>
        </p:spPr>
      </p:pic>
      <p:sp>
        <p:nvSpPr>
          <p:cNvPr id="8" name="TextBox 7"/>
          <p:cNvSpPr txBox="1"/>
          <p:nvPr/>
        </p:nvSpPr>
        <p:spPr>
          <a:xfrm>
            <a:off x="985171" y="3335084"/>
            <a:ext cx="466420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299877" y="3884962"/>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99877" y="4318826"/>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99877" y="4752594"/>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299877" y="5186458"/>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99877" y="5620321"/>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650"/>
            <a:ext cx="674560" cy="674560"/>
          </a:xfrm>
          <a:prstGeom prst="rect">
            <a:avLst/>
          </a:prstGeom>
        </p:spPr>
      </p:pic>
      <p:sp>
        <p:nvSpPr>
          <p:cNvPr id="21" name="TextBox 20"/>
          <p:cNvSpPr txBox="1"/>
          <p:nvPr/>
        </p:nvSpPr>
        <p:spPr>
          <a:xfrm>
            <a:off x="6577965" y="3335084"/>
            <a:ext cx="466439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892671" y="3884962"/>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892671" y="4370546"/>
            <a:ext cx="4395310" cy="1038511"/>
          </a:xfrm>
          <a:prstGeom prst="rect">
            <a:avLst/>
          </a:prstGeom>
          <a:noFill/>
        </p:spPr>
        <p:txBody>
          <a:bodyPr wrap="square" anchor="ctr" lIns="0"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892671" y="5206746"/>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7932992" y="3760565"/>
            <a:ext cx="362645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192369"/>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0409"/>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420999"/>
            <a:ext cx="2897660" cy="92573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192369"/>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510409"/>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420999"/>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192369"/>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510409"/>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420999"/>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192369"/>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0409"/>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420999"/>
            <a:ext cx="4731068"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192369"/>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510409"/>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420999"/>
            <a:ext cx="4782412" cy="63026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192369"/>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0409"/>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420999"/>
            <a:ext cx="1955235"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192369"/>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510409"/>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420999"/>
            <a:ext cx="1955332"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192369"/>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510409"/>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420999"/>
            <a:ext cx="1955235"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192369"/>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510409"/>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420999"/>
            <a:ext cx="1955332"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35077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260092"/>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289459"/>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63073" y="3198781"/>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22805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3073" y="4137470"/>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563594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2813113"/>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3751802"/>
            <a:ext cx="5010381" cy="153152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601873" y="5086636"/>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97424"/>
            <a:ext cx="10468089" cy="773240"/>
          </a:xfrm>
          <a:prstGeom prst="rect">
            <a:avLst/>
          </a:prstGeom>
          <a:noFill/>
        </p:spPr>
        <p:txBody>
          <a:bodyPr wrap="square" anchor="ctr"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483804"/>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38934"/>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65184"/>
            <a:ext cx="10282273" cy="461391"/>
          </a:xfrm>
          <a:prstGeom prst="rect">
            <a:avLst/>
          </a:prstGeom>
          <a:noFill/>
        </p:spPr>
        <p:txBody>
          <a:bodyPr wrap="square" anchor="ctr"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74539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754916"/>
            <a:ext cx="3418332" cy="1922907"/>
          </a:xfrm>
          <a:prstGeom prst="rect">
            <a:avLst/>
          </a:prstGeom>
        </p:spPr>
      </p:pic>
      <p:sp>
        <p:nvSpPr>
          <p:cNvPr id="8" name="TextBox 7"/>
          <p:cNvSpPr txBox="1"/>
          <p:nvPr/>
        </p:nvSpPr>
        <p:spPr>
          <a:xfrm>
            <a:off x="670465" y="486327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330762"/>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74539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754916"/>
            <a:ext cx="3418332" cy="1922907"/>
          </a:xfrm>
          <a:prstGeom prst="rect">
            <a:avLst/>
          </a:prstGeom>
        </p:spPr>
      </p:pic>
      <p:sp>
        <p:nvSpPr>
          <p:cNvPr id="12" name="TextBox 11"/>
          <p:cNvSpPr txBox="1"/>
          <p:nvPr/>
        </p:nvSpPr>
        <p:spPr>
          <a:xfrm>
            <a:off x="4376166" y="486327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330762"/>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74539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754916"/>
            <a:ext cx="3418332" cy="1922907"/>
          </a:xfrm>
          <a:prstGeom prst="rect">
            <a:avLst/>
          </a:prstGeom>
        </p:spPr>
      </p:pic>
      <p:sp>
        <p:nvSpPr>
          <p:cNvPr id="16" name="TextBox 15"/>
          <p:cNvSpPr txBox="1"/>
          <p:nvPr/>
        </p:nvSpPr>
        <p:spPr>
          <a:xfrm>
            <a:off x="8081772" y="4863274"/>
            <a:ext cx="3475768"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330762"/>
            <a:ext cx="3508283"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2"/>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3"/>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3"/>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7957661" y="4416933"/>
            <a:ext cx="3558350" cy="1831467"/>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2996565"/>
            <a:ext cx="4217670" cy="388525"/>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61099"/>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59369"/>
            <a:ext cx="4217670" cy="388430"/>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23808"/>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745391"/>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2927890"/>
            <a:ext cx="414623" cy="414623"/>
          </a:xfrm>
          <a:prstGeom prst="rect">
            <a:avLst/>
          </a:prstGeom>
        </p:spPr>
      </p:pic>
      <p:sp>
        <p:nvSpPr>
          <p:cNvPr id="8" name="TextBox 7"/>
          <p:cNvSpPr txBox="1"/>
          <p:nvPr/>
        </p:nvSpPr>
        <p:spPr>
          <a:xfrm>
            <a:off x="6774085" y="2921413"/>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246692"/>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07904"/>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3990308"/>
            <a:ext cx="414623" cy="414623"/>
          </a:xfrm>
          <a:prstGeom prst="rect">
            <a:avLst/>
          </a:prstGeom>
        </p:spPr>
      </p:pic>
      <p:sp>
        <p:nvSpPr>
          <p:cNvPr id="12" name="TextBox 11"/>
          <p:cNvSpPr txBox="1"/>
          <p:nvPr/>
        </p:nvSpPr>
        <p:spPr>
          <a:xfrm>
            <a:off x="6774085" y="3983831"/>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09205"/>
            <a:ext cx="4649479" cy="449770"/>
          </a:xfrm>
          <a:prstGeom prst="rect">
            <a:avLst/>
          </a:prstGeom>
          <a:noFill/>
        </p:spPr>
        <p:txBody>
          <a:bodyPr wrap="square" anchor="ctr"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1273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295233"/>
            <a:ext cx="414623" cy="414623"/>
          </a:xfrm>
          <a:prstGeom prst="rect">
            <a:avLst/>
          </a:prstGeom>
        </p:spPr>
      </p:pic>
      <p:sp>
        <p:nvSpPr>
          <p:cNvPr id="16" name="TextBox 15"/>
          <p:cNvSpPr txBox="1"/>
          <p:nvPr/>
        </p:nvSpPr>
        <p:spPr>
          <a:xfrm>
            <a:off x="6774085" y="5288756"/>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14035"/>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49238"/>
            <a:ext cx="5209539" cy="1165765"/>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42505"/>
            <a:ext cx="5209539" cy="964692"/>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289655"/>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065210"/>
            <a:ext cx="5350478"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5264" y="1879854"/>
            <a:ext cx="90297" cy="9029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83096" y="1879854"/>
            <a:ext cx="90297" cy="9029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60928" y="1879854"/>
            <a:ext cx="90297" cy="9029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800588" y="1848422"/>
            <a:ext cx="601599" cy="152400"/>
          </a:xfrm>
          <a:prstGeom prst="rect">
            <a:avLst/>
          </a:prstGeom>
          <a:noFill/>
        </p:spPr>
        <p:txBody>
          <a:bodyPr wrap="none" anchor="ctr" lIns="0" tIns="0" rIns="0" bIns="0">
            <a:noAutofit/>
          </a:bodyPr>
          <a:lstStyle/>
          <a:p>
            <a:pPr algn="l">
              <a:lnSpc>
                <a:spcPts val="1057"/>
              </a:lnSpc>
              <a:spcBef>
                <a:spcPts val="0"/>
              </a:spcBef>
              <a:spcAft>
                <a:spcPts val="0"/>
              </a:spcAft>
            </a:pPr>
            <a:r>
              <a:rPr sz="1057" b="0" i="0" u="none" spc="106">
                <a:solidFill>
                  <a:srgbClr val="6E6E78"/>
                </a:solidFill>
                <a:latin typeface="Courier New"/>
              </a:rPr>
              <a:t>PYTHON</a:t>
            </a:r>
          </a:p>
        </p:txBody>
      </p:sp>
      <p:sp>
        <p:nvSpPr>
          <p:cNvPr id="14" name="TextBox 13"/>
          <p:cNvSpPr txBox="1"/>
          <p:nvPr/>
        </p:nvSpPr>
        <p:spPr>
          <a:xfrm>
            <a:off x="6452044" y="2380964"/>
            <a:ext cx="4855888" cy="3593592"/>
          </a:xfrm>
          <a:prstGeom prst="rect">
            <a:avLst/>
          </a:prstGeom>
          <a:noFill/>
        </p:spPr>
        <p:txBody>
          <a:bodyPr wrap="square" anchor="ctr" lIns="0" tIns="0" rIns="0" bIns="0">
            <a:noAutofit/>
          </a:bodyPr>
          <a:lstStyle/>
          <a:p>
            <a:pPr algn="l">
              <a:lnSpc>
                <a:spcPts val="2871"/>
              </a:lnSpc>
              <a:spcBef>
                <a:spcPts val="0"/>
              </a:spcBef>
              <a:spcAft>
                <a:spcPts val="0"/>
              </a:spcAft>
            </a:pPr>
            <a:r>
              <a:rPr sz="1914" b="0" i="0" u="none">
                <a:solidFill>
                  <a:srgbClr val="1F1F1F"/>
                </a:solidFill>
                <a:latin typeface="Courier New"/>
              </a:rPr>
              <a:t>client.messages.create(</a:t>
            </a:r>
          </a:p>
          <a:p>
            <a:pPr algn="l">
              <a:lnSpc>
                <a:spcPts val="2871"/>
              </a:lnSpc>
              <a:spcBef>
                <a:spcPts val="0"/>
              </a:spcBef>
              <a:spcAft>
                <a:spcPts val="0"/>
              </a:spcAft>
            </a:pPr>
            <a:r>
              <a:rPr sz="1914" b="0" i="0" u="none">
                <a:solidFill>
                  <a:srgbClr val="1F1F1F"/>
                </a:solidFill>
                <a:latin typeface="Courier New"/>
              </a:rPr>
              <a:t>  model=</a:t>
            </a:r>
            <a:r>
              <a:rPr sz="1914" b="0" i="0" u="none">
                <a:solidFill>
                  <a:srgbClr val="A31515"/>
                </a:solidFill>
                <a:latin typeface="Courier New"/>
              </a:rPr>
              <a:t>"claude-opus-4-8"</a:t>
            </a:r>
            <a:r>
              <a:rPr sz="1914" b="0" i="0" u="none">
                <a:solidFill>
                  <a:srgbClr val="1F1F1F"/>
                </a:solidFill>
                <a:latin typeface="Courier New"/>
              </a:rPr>
              <a:t>,</a:t>
            </a:r>
          </a:p>
          <a:p>
            <a:pPr algn="l">
              <a:lnSpc>
                <a:spcPts val="2871"/>
              </a:lnSpc>
              <a:spcBef>
                <a:spcPts val="0"/>
              </a:spcBef>
              <a:spcAft>
                <a:spcPts val="0"/>
              </a:spcAft>
            </a:pPr>
            <a:r>
              <a:rPr sz="1914" b="0" i="0" u="none">
                <a:solidFill>
                  <a:srgbClr val="1F1F1F"/>
                </a:solidFill>
                <a:latin typeface="Courier New"/>
              </a:rPr>
              <a:t>  system=[{</a:t>
            </a:r>
          </a:p>
          <a:p>
            <a:pPr algn="l">
              <a:lnSpc>
                <a:spcPts val="2871"/>
              </a:lnSpc>
              <a:spcBef>
                <a:spcPts val="0"/>
              </a:spcBef>
              <a:spcAft>
                <a:spcPts val="0"/>
              </a:spcAft>
            </a:pPr>
            <a:r>
              <a:rPr sz="1914" b="0" i="0" u="none">
                <a:solidFill>
                  <a:srgbClr val="1F1F1F"/>
                </a:solidFill>
                <a:latin typeface="Courier New"/>
              </a:rPr>
              <a:t>    </a:t>
            </a:r>
            <a:r>
              <a:rPr sz="1914" b="0" i="0" u="none">
                <a:solidFill>
                  <a:srgbClr val="A31515"/>
                </a:solidFill>
                <a:latin typeface="Courier New"/>
              </a:rPr>
              <a:t>"type"</a:t>
            </a:r>
            <a:r>
              <a:rPr sz="1914" b="0" i="0" u="none">
                <a:solidFill>
                  <a:srgbClr val="1F1F1F"/>
                </a:solidFill>
                <a:latin typeface="Courier New"/>
              </a:rPr>
              <a:t>: </a:t>
            </a:r>
            <a:r>
              <a:rPr sz="1914" b="0" i="0" u="none">
                <a:solidFill>
                  <a:srgbClr val="A31515"/>
                </a:solidFill>
                <a:latin typeface="Courier New"/>
              </a:rPr>
              <a:t>"text"</a:t>
            </a:r>
            <a:r>
              <a:rPr sz="1914" b="0" i="0" u="none">
                <a:solidFill>
                  <a:srgbClr val="1F1F1F"/>
                </a:solidFill>
                <a:latin typeface="Courier New"/>
              </a:rPr>
              <a:t>,</a:t>
            </a:r>
          </a:p>
          <a:p>
            <a:pPr algn="l">
              <a:lnSpc>
                <a:spcPts val="2871"/>
              </a:lnSpc>
              <a:spcBef>
                <a:spcPts val="0"/>
              </a:spcBef>
              <a:spcAft>
                <a:spcPts val="0"/>
              </a:spcAft>
            </a:pPr>
            <a:r>
              <a:rPr sz="1914" b="0" i="0" u="none">
                <a:solidFill>
                  <a:srgbClr val="1F1F1F"/>
                </a:solidFill>
                <a:latin typeface="Courier New"/>
              </a:rPr>
              <a:t>    </a:t>
            </a:r>
            <a:r>
              <a:rPr sz="1914" b="0" i="0" u="none">
                <a:solidFill>
                  <a:srgbClr val="A31515"/>
                </a:solidFill>
                <a:latin typeface="Courier New"/>
              </a:rPr>
              <a:t>"text"</a:t>
            </a:r>
            <a:r>
              <a:rPr sz="1914" b="0" i="0" u="none">
                <a:solidFill>
                  <a:srgbClr val="1F1F1F"/>
                </a:solidFill>
                <a:latin typeface="Courier New"/>
              </a:rPr>
              <a:t>: SYSTEM_PROMPT,</a:t>
            </a:r>
          </a:p>
          <a:p>
            <a:pPr algn="l">
              <a:lnSpc>
                <a:spcPts val="2871"/>
              </a:lnSpc>
              <a:spcBef>
                <a:spcPts val="0"/>
              </a:spcBef>
              <a:spcAft>
                <a:spcPts val="0"/>
              </a:spcAft>
            </a:pPr>
            <a:r>
              <a:rPr sz="1914" b="0" i="0" u="none">
                <a:solidFill>
                  <a:srgbClr val="1F1F1F"/>
                </a:solidFill>
                <a:latin typeface="Courier New"/>
              </a:rPr>
              <a:t>    </a:t>
            </a:r>
            <a:r>
              <a:rPr sz="1914" b="0" i="0" u="none">
                <a:solidFill>
                  <a:srgbClr val="A31515"/>
                </a:solidFill>
                <a:latin typeface="Courier New"/>
              </a:rPr>
              <a:t>"cache_control"</a:t>
            </a:r>
            <a:r>
              <a:rPr sz="1914" b="0" i="0" u="none">
                <a:solidFill>
                  <a:srgbClr val="1F1F1F"/>
                </a:solidFill>
                <a:latin typeface="Courier New"/>
              </a:rPr>
              <a:t>: {</a:t>
            </a:r>
            <a:r>
              <a:rPr sz="1914" b="0" i="0" u="none">
                <a:solidFill>
                  <a:srgbClr val="A31515"/>
                </a:solidFill>
                <a:latin typeface="Courier New"/>
              </a:rPr>
              <a:t>"type"</a:t>
            </a:r>
            <a:r>
              <a:rPr sz="1914" b="0" i="0" u="none">
                <a:solidFill>
                  <a:srgbClr val="1F1F1F"/>
                </a:solidFill>
                <a:latin typeface="Courier New"/>
              </a:rPr>
              <a:t>: </a:t>
            </a:r>
            <a:r>
              <a:rPr sz="1914" b="0" i="0" u="none">
                <a:solidFill>
                  <a:srgbClr val="A31515"/>
                </a:solidFill>
                <a:latin typeface="Courier New"/>
              </a:rPr>
              <a:t>"ephemeral"</a:t>
            </a:r>
            <a:r>
              <a:rPr sz="1914" b="0" i="0" u="none">
                <a:solidFill>
                  <a:srgbClr val="1F1F1F"/>
                </a:solidFill>
                <a:latin typeface="Courier New"/>
              </a:rPr>
              <a:t>}</a:t>
            </a:r>
          </a:p>
          <a:p>
            <a:pPr algn="l">
              <a:lnSpc>
                <a:spcPts val="2871"/>
              </a:lnSpc>
              <a:spcBef>
                <a:spcPts val="0"/>
              </a:spcBef>
              <a:spcAft>
                <a:spcPts val="0"/>
              </a:spcAft>
            </a:pPr>
            <a:r>
              <a:rPr sz="1914" b="0" i="0" u="none">
                <a:solidFill>
                  <a:srgbClr val="1F1F1F"/>
                </a:solidFill>
                <a:latin typeface="Courier New"/>
              </a:rPr>
              <a:t>  }],</a:t>
            </a:r>
          </a:p>
          <a:p>
            <a:pPr algn="l">
              <a:lnSpc>
                <a:spcPts val="2871"/>
              </a:lnSpc>
              <a:spcBef>
                <a:spcPts val="0"/>
              </a:spcBef>
              <a:spcAft>
                <a:spcPts val="0"/>
              </a:spcAft>
            </a:pPr>
            <a:r>
              <a:rPr sz="1914" b="0" i="0" u="none">
                <a:solidFill>
                  <a:srgbClr val="1F1F1F"/>
                </a:solidFill>
                <a:latin typeface="Courier New"/>
              </a:rPr>
              <a:t>  messages=msgs,</a:t>
            </a:r>
          </a:p>
          <a:p>
            <a:pPr algn="l">
              <a:lnSpc>
                <a:spcPts val="2871"/>
              </a:lnSpc>
              <a:spcBef>
                <a:spcPts val="0"/>
              </a:spcBef>
              <a:spcAft>
                <a:spcPts val="0"/>
              </a:spcAft>
            </a:pPr>
            <a:r>
              <a:rPr sz="1914" b="0" i="0" u="none">
                <a:solidFill>
                  <a:srgbClr val="1F1F1F"/>
                </a:solidFill>
                <a:latin typeface="Courier New"/>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1830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46877"/>
            <a:ext cx="10829925"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664" y="2374868"/>
            <a:ext cx="35147" cy="3514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720" y="2374868"/>
            <a:ext cx="35147" cy="3514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4776" y="2374868"/>
            <a:ext cx="35147" cy="3514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1087672" y="2356866"/>
            <a:ext cx="403670" cy="66675"/>
          </a:xfrm>
          <a:prstGeom prst="rect">
            <a:avLst/>
          </a:prstGeom>
          <a:noFill/>
        </p:spPr>
        <p:txBody>
          <a:bodyPr wrap="none" anchor="ctr" lIns="0" tIns="0" rIns="0" bIns="0">
            <a:noAutofit/>
          </a:bodyPr>
          <a:lstStyle/>
          <a:p>
            <a:pPr algn="l">
              <a:lnSpc>
                <a:spcPts val="411"/>
              </a:lnSpc>
              <a:spcBef>
                <a:spcPts val="0"/>
              </a:spcBef>
              <a:spcAft>
                <a:spcPts val="0"/>
              </a:spcAft>
            </a:pPr>
            <a:r>
              <a:rPr sz="411" b="0" i="0" u="none" spc="41">
                <a:solidFill>
                  <a:srgbClr val="6E6E78"/>
                </a:solidFill>
                <a:latin typeface="Courier New"/>
              </a:rPr>
              <a:t>TYPESCRIPT</a:t>
            </a:r>
          </a:p>
        </p:txBody>
      </p:sp>
      <p:sp>
        <p:nvSpPr>
          <p:cNvPr id="12" name="TextBox 11"/>
          <p:cNvSpPr txBox="1"/>
          <p:nvPr/>
        </p:nvSpPr>
        <p:spPr>
          <a:xfrm>
            <a:off x="972598" y="2734151"/>
            <a:ext cx="10417430" cy="3240976"/>
          </a:xfrm>
          <a:prstGeom prst="rect">
            <a:avLst/>
          </a:prstGeom>
          <a:noFill/>
        </p:spPr>
        <p:txBody>
          <a:bodyPr wrap="square" anchor="ctr" lIns="0" tIns="0" rIns="0" bIns="0">
            <a:noAutofit/>
          </a:bodyPr>
          <a:lstStyle/>
          <a:p>
            <a:pPr algn="l">
              <a:lnSpc>
                <a:spcPts val="1117"/>
              </a:lnSpc>
              <a:spcBef>
                <a:spcPts val="0"/>
              </a:spcBef>
              <a:spcAft>
                <a:spcPts val="0"/>
              </a:spcAft>
            </a:pPr>
            <a:r>
              <a:rPr sz="745" b="0" i="0" u="none">
                <a:solidFill>
                  <a:srgbClr val="0000FF"/>
                </a:solidFill>
                <a:latin typeface="Courier New"/>
              </a:rPr>
              <a:t>type</a:t>
            </a:r>
            <a:r>
              <a:rPr sz="745" b="0" i="0" u="none">
                <a:solidFill>
                  <a:srgbClr val="1F1F1F"/>
                </a:solidFill>
                <a:latin typeface="Courier New"/>
              </a:rPr>
              <a:t> </a:t>
            </a:r>
            <a:r>
              <a:rPr sz="745" b="0" i="0" u="none">
                <a:solidFill>
                  <a:srgbClr val="267F99"/>
                </a:solidFill>
                <a:latin typeface="Courier New"/>
              </a:rPr>
              <a:t>Cache</a:t>
            </a:r>
            <a:r>
              <a:rPr sz="745" b="0" i="0" u="none">
                <a:solidFill>
                  <a:srgbClr val="1F1F1F"/>
                </a:solidFill>
                <a:latin typeface="Courier New"/>
              </a:rPr>
              <a:t> = { </a:t>
            </a:r>
            <a:r>
              <a:rPr sz="745" b="0" i="0" u="none">
                <a:solidFill>
                  <a:srgbClr val="001080"/>
                </a:solidFill>
                <a:latin typeface="Courier New"/>
              </a:rPr>
              <a:t>key</a:t>
            </a:r>
            <a:r>
              <a:rPr sz="745" b="0" i="0" u="none">
                <a:solidFill>
                  <a:srgbClr val="1F1F1F"/>
                </a:solidFill>
                <a:latin typeface="Courier New"/>
              </a:rPr>
              <a:t>: </a:t>
            </a:r>
            <a:r>
              <a:rPr sz="745" b="0" i="0" u="none">
                <a:solidFill>
                  <a:srgbClr val="267F99"/>
                </a:solidFill>
                <a:latin typeface="Courier New"/>
              </a:rPr>
              <a:t>string</a:t>
            </a:r>
            <a:r>
              <a:rPr sz="745" b="0" i="0" u="none">
                <a:solidFill>
                  <a:srgbClr val="1F1F1F"/>
                </a:solidFill>
                <a:latin typeface="Courier New"/>
              </a:rPr>
              <a:t>; </a:t>
            </a:r>
            <a:r>
              <a:rPr sz="745" b="0" i="0" u="none">
                <a:solidFill>
                  <a:srgbClr val="001080"/>
                </a:solidFill>
                <a:latin typeface="Courier New"/>
              </a:rPr>
              <a:t>ttl</a:t>
            </a:r>
            <a:r>
              <a:rPr sz="745" b="0" i="0" u="none">
                <a:solidFill>
                  <a:srgbClr val="1F1F1F"/>
                </a:solidFill>
                <a:latin typeface="Courier New"/>
              </a:rPr>
              <a:t>: </a:t>
            </a:r>
            <a:r>
              <a:rPr sz="745" b="0" i="0" u="none">
                <a:solidFill>
                  <a:srgbClr val="267F99"/>
                </a:solidFill>
                <a:latin typeface="Courier New"/>
              </a:rPr>
              <a:t>number</a:t>
            </a:r>
            <a:r>
              <a:rPr sz="745" b="0" i="0" u="none">
                <a:solidFill>
                  <a:srgbClr val="1F1F1F"/>
                </a:solidFill>
                <a:latin typeface="Courier New"/>
              </a:rPr>
              <a:t> };</a:t>
            </a:r>
          </a:p>
          <a:p>
            <a:pPr algn="l">
              <a:lnSpc>
                <a:spcPts val="1117"/>
              </a:lnSpc>
              <a:spcBef>
                <a:spcPts val="0"/>
              </a:spcBef>
              <a:spcAft>
                <a:spcPts val="0"/>
              </a:spcAft>
            </a:pPr>
          </a:p>
          <a:p>
            <a:pPr algn="l">
              <a:lnSpc>
                <a:spcPts val="1117"/>
              </a:lnSpc>
              <a:spcBef>
                <a:spcPts val="0"/>
              </a:spcBef>
              <a:spcAft>
                <a:spcPts val="0"/>
              </a:spcAft>
            </a:pPr>
            <a:r>
              <a:rPr sz="745" b="0" i="0" u="none">
                <a:solidFill>
                  <a:srgbClr val="0000FF"/>
                </a:solidFill>
                <a:latin typeface="Courier New"/>
              </a:rPr>
              <a:t>export</a:t>
            </a:r>
            <a:r>
              <a:rPr sz="745" b="0" i="0" u="none">
                <a:solidFill>
                  <a:srgbClr val="1F1F1F"/>
                </a:solidFill>
                <a:latin typeface="Courier New"/>
              </a:rPr>
              <a:t> </a:t>
            </a:r>
            <a:r>
              <a:rPr sz="745" b="0" i="0" u="none">
                <a:solidFill>
                  <a:srgbClr val="0000FF"/>
                </a:solidFill>
                <a:latin typeface="Courier New"/>
              </a:rPr>
              <a:t>async</a:t>
            </a:r>
            <a:r>
              <a:rPr sz="745" b="0" i="0" u="none">
                <a:solidFill>
                  <a:srgbClr val="1F1F1F"/>
                </a:solidFill>
                <a:latin typeface="Courier New"/>
              </a:rPr>
              <a:t> </a:t>
            </a:r>
            <a:r>
              <a:rPr sz="745" b="0" i="0" u="none">
                <a:solidFill>
                  <a:srgbClr val="0000FF"/>
                </a:solidFill>
                <a:latin typeface="Courier New"/>
              </a:rPr>
              <a:t>function</a:t>
            </a:r>
            <a:r>
              <a:rPr sz="745" b="0" i="0" u="none">
                <a:solidFill>
                  <a:srgbClr val="1F1F1F"/>
                </a:solidFill>
                <a:latin typeface="Courier New"/>
              </a:rPr>
              <a:t> </a:t>
            </a:r>
            <a:r>
              <a:rPr sz="745" b="0" i="0" u="none">
                <a:solidFill>
                  <a:srgbClr val="795E26"/>
                </a:solidFill>
                <a:latin typeface="Courier New"/>
              </a:rPr>
              <a:t>ask</a:t>
            </a:r>
            <a:r>
              <a:rPr sz="745" b="0" i="0" u="none">
                <a:solidFill>
                  <a:srgbClr val="1F1F1F"/>
                </a:solidFill>
                <a:latin typeface="Courier New"/>
              </a:rPr>
              <a:t>(</a:t>
            </a:r>
          </a:p>
          <a:p>
            <a:pPr algn="l">
              <a:lnSpc>
                <a:spcPts val="1117"/>
              </a:lnSpc>
              <a:spcBef>
                <a:spcPts val="0"/>
              </a:spcBef>
              <a:spcAft>
                <a:spcPts val="0"/>
              </a:spcAft>
            </a:pPr>
            <a:r>
              <a:rPr sz="745" b="0" i="0" u="none">
                <a:solidFill>
                  <a:srgbClr val="001080"/>
                </a:solidFill>
                <a:latin typeface="Courier New"/>
              </a:rPr>
              <a:t>  </a:t>
            </a:r>
            <a:r>
              <a:rPr sz="745" b="0" i="0" u="none">
                <a:solidFill>
                  <a:srgbClr val="001080"/>
                </a:solidFill>
                <a:latin typeface="Courier New"/>
              </a:rPr>
              <a:t>prompt</a:t>
            </a:r>
            <a:r>
              <a:rPr sz="745" b="0" i="0" u="none">
                <a:solidFill>
                  <a:srgbClr val="001080"/>
                </a:solidFill>
                <a:latin typeface="Courier New"/>
              </a:rPr>
              <a:t>: </a:t>
            </a:r>
            <a:r>
              <a:rPr sz="745" b="0" i="0" u="none">
                <a:solidFill>
                  <a:srgbClr val="267F99"/>
                </a:solidFill>
                <a:latin typeface="Courier New"/>
              </a:rPr>
              <a:t>string</a:t>
            </a:r>
            <a:r>
              <a:rPr sz="745" b="0" i="0" u="none">
                <a:solidFill>
                  <a:srgbClr val="001080"/>
                </a:solidFill>
                <a:latin typeface="Courier New"/>
              </a:rPr>
              <a:t>,</a:t>
            </a:r>
          </a:p>
          <a:p>
            <a:pPr algn="l">
              <a:lnSpc>
                <a:spcPts val="1117"/>
              </a:lnSpc>
              <a:spcBef>
                <a:spcPts val="0"/>
              </a:spcBef>
              <a:spcAft>
                <a:spcPts val="0"/>
              </a:spcAft>
            </a:pPr>
            <a:r>
              <a:rPr sz="745" b="0" i="0" u="none">
                <a:solidFill>
                  <a:srgbClr val="001080"/>
                </a:solidFill>
                <a:latin typeface="Courier New"/>
              </a:rPr>
              <a:t>  </a:t>
            </a:r>
            <a:r>
              <a:rPr sz="745" b="0" i="0" u="none">
                <a:solidFill>
                  <a:srgbClr val="001080"/>
                </a:solidFill>
                <a:latin typeface="Courier New"/>
              </a:rPr>
              <a:t>opts</a:t>
            </a:r>
            <a:r>
              <a:rPr sz="745" b="0" i="0" u="none">
                <a:solidFill>
                  <a:srgbClr val="001080"/>
                </a:solidFill>
                <a:latin typeface="Courier New"/>
              </a:rPr>
              <a:t>: </a:t>
            </a:r>
            <a:r>
              <a:rPr sz="745" b="0" i="0" u="none">
                <a:solidFill>
                  <a:srgbClr val="267F99"/>
                </a:solidFill>
                <a:latin typeface="Courier New"/>
              </a:rPr>
              <a:t>Partial</a:t>
            </a:r>
            <a:r>
              <a:rPr sz="745" b="0" i="0" u="none">
                <a:solidFill>
                  <a:srgbClr val="001080"/>
                </a:solidFill>
                <a:latin typeface="Courier New"/>
              </a:rPr>
              <a:t>&lt;</a:t>
            </a:r>
            <a:r>
              <a:rPr sz="745" b="0" i="0" u="none">
                <a:solidFill>
                  <a:srgbClr val="267F99"/>
                </a:solidFill>
                <a:latin typeface="Courier New"/>
              </a:rPr>
              <a:t>Cache</a:t>
            </a:r>
            <a:r>
              <a:rPr sz="745" b="0" i="0" u="none">
                <a:solidFill>
                  <a:srgbClr val="001080"/>
                </a:solidFill>
                <a:latin typeface="Courier New"/>
              </a:rPr>
              <a:t>&gt; = {},</a:t>
            </a:r>
          </a:p>
          <a:p>
            <a:pPr algn="l">
              <a:lnSpc>
                <a:spcPts val="1117"/>
              </a:lnSpc>
              <a:spcBef>
                <a:spcPts val="0"/>
              </a:spcBef>
              <a:spcAft>
                <a:spcPts val="0"/>
              </a:spcAft>
            </a:pPr>
            <a:r>
              <a:rPr sz="745" b="0" i="0" u="none">
                <a:solidFill>
                  <a:srgbClr val="1F1F1F"/>
                </a:solidFill>
                <a:latin typeface="Courier New"/>
              </a:rPr>
              <a:t>): </a:t>
            </a:r>
            <a:r>
              <a:rPr sz="745" b="0" i="0" u="none">
                <a:solidFill>
                  <a:srgbClr val="267F99"/>
                </a:solidFill>
                <a:latin typeface="Courier New"/>
              </a:rPr>
              <a:t>Promise</a:t>
            </a:r>
            <a:r>
              <a:rPr sz="745" b="0" i="0" u="none">
                <a:solidFill>
                  <a:srgbClr val="1F1F1F"/>
                </a:solidFill>
                <a:latin typeface="Courier New"/>
              </a:rPr>
              <a:t>&lt;</a:t>
            </a:r>
            <a:r>
              <a:rPr sz="745" b="0" i="0" u="none">
                <a:solidFill>
                  <a:srgbClr val="267F99"/>
                </a:solidFill>
                <a:latin typeface="Courier New"/>
              </a:rPr>
              <a:t>string</a:t>
            </a:r>
            <a:r>
              <a:rPr sz="745" b="0" i="0" u="none">
                <a:solidFill>
                  <a:srgbClr val="1F1F1F"/>
                </a:solidFill>
                <a:latin typeface="Courier New"/>
              </a:rPr>
              <a:t>&gt; {</a:t>
            </a:r>
          </a:p>
          <a:p>
            <a:pPr algn="l">
              <a:lnSpc>
                <a:spcPts val="1117"/>
              </a:lnSpc>
              <a:spcBef>
                <a:spcPts val="0"/>
              </a:spcBef>
              <a:spcAft>
                <a:spcPts val="0"/>
              </a:spcAft>
            </a:pPr>
            <a:r>
              <a:rPr sz="745" b="0" i="0" u="none">
                <a:solidFill>
                  <a:srgbClr val="1F1F1F"/>
                </a:solidFill>
                <a:latin typeface="Courier New"/>
              </a:rPr>
              <a:t>  </a:t>
            </a:r>
            <a:r>
              <a:rPr sz="745" b="0" i="0" u="none">
                <a:solidFill>
                  <a:srgbClr val="0000FF"/>
                </a:solidFill>
                <a:latin typeface="Courier New"/>
              </a:rPr>
              <a:t>const</a:t>
            </a:r>
            <a:r>
              <a:rPr sz="745" b="0" i="0" u="none">
                <a:solidFill>
                  <a:srgbClr val="1F1F1F"/>
                </a:solidFill>
                <a:latin typeface="Courier New"/>
              </a:rPr>
              <a:t> t0 = performance.</a:t>
            </a:r>
            <a:r>
              <a:rPr sz="745" b="0" i="0" u="none">
                <a:solidFill>
                  <a:srgbClr val="795E26"/>
                </a:solidFill>
                <a:latin typeface="Courier New"/>
              </a:rPr>
              <a:t>now</a:t>
            </a:r>
            <a:r>
              <a:rPr sz="745" b="0" i="0" u="none">
                <a:solidFill>
                  <a:srgbClr val="1F1F1F"/>
                </a:solidFill>
                <a:latin typeface="Courier New"/>
              </a:rPr>
              <a:t>();</a:t>
            </a:r>
          </a:p>
          <a:p>
            <a:pPr algn="l">
              <a:lnSpc>
                <a:spcPts val="1117"/>
              </a:lnSpc>
              <a:spcBef>
                <a:spcPts val="0"/>
              </a:spcBef>
              <a:spcAft>
                <a:spcPts val="0"/>
              </a:spcAft>
            </a:pPr>
            <a:r>
              <a:rPr sz="745" b="0" i="0" u="none">
                <a:solidFill>
                  <a:srgbClr val="1F1F1F"/>
                </a:solidFill>
                <a:latin typeface="Courier New"/>
              </a:rPr>
              <a:t>  </a:t>
            </a:r>
            <a:r>
              <a:rPr sz="745" b="0" i="1" u="none">
                <a:solidFill>
                  <a:srgbClr val="008000"/>
                </a:solidFill>
                <a:latin typeface="Courier New"/>
              </a:rPr>
              <a:t>// one retry: a 529 is the API saying "later", not "no"</a:t>
            </a:r>
          </a:p>
          <a:p>
            <a:pPr algn="l">
              <a:lnSpc>
                <a:spcPts val="1117"/>
              </a:lnSpc>
              <a:spcBef>
                <a:spcPts val="0"/>
              </a:spcBef>
              <a:spcAft>
                <a:spcPts val="0"/>
              </a:spcAft>
            </a:pPr>
            <a:r>
              <a:rPr sz="745" b="0" i="0" u="none">
                <a:solidFill>
                  <a:srgbClr val="1F1F1F"/>
                </a:solidFill>
                <a:latin typeface="Courier New"/>
              </a:rPr>
              <a:t>  </a:t>
            </a:r>
            <a:r>
              <a:rPr sz="745" b="0" i="0" u="none">
                <a:solidFill>
                  <a:srgbClr val="0000FF"/>
                </a:solidFill>
                <a:latin typeface="Courier New"/>
              </a:rPr>
              <a:t>for</a:t>
            </a:r>
            <a:r>
              <a:rPr sz="745" b="0" i="0" u="none">
                <a:solidFill>
                  <a:srgbClr val="1F1F1F"/>
                </a:solidFill>
                <a:latin typeface="Courier New"/>
              </a:rPr>
              <a:t> (</a:t>
            </a:r>
            <a:r>
              <a:rPr sz="745" b="0" i="0" u="none">
                <a:solidFill>
                  <a:srgbClr val="0000FF"/>
                </a:solidFill>
                <a:latin typeface="Courier New"/>
              </a:rPr>
              <a:t>let</a:t>
            </a:r>
            <a:r>
              <a:rPr sz="745" b="0" i="0" u="none">
                <a:solidFill>
                  <a:srgbClr val="1F1F1F"/>
                </a:solidFill>
                <a:latin typeface="Courier New"/>
              </a:rPr>
              <a:t> i = </a:t>
            </a:r>
            <a:r>
              <a:rPr sz="745" b="0" i="0" u="none">
                <a:solidFill>
                  <a:srgbClr val="098658"/>
                </a:solidFill>
                <a:latin typeface="Courier New"/>
              </a:rPr>
              <a:t>0</a:t>
            </a:r>
            <a:r>
              <a:rPr sz="745" b="0" i="0" u="none">
                <a:solidFill>
                  <a:srgbClr val="1F1F1F"/>
                </a:solidFill>
                <a:latin typeface="Courier New"/>
              </a:rPr>
              <a:t>; i &lt; </a:t>
            </a:r>
            <a:r>
              <a:rPr sz="745" b="0" i="0" u="none">
                <a:solidFill>
                  <a:srgbClr val="098658"/>
                </a:solidFill>
                <a:latin typeface="Courier New"/>
              </a:rPr>
              <a:t>2</a:t>
            </a:r>
            <a:r>
              <a:rPr sz="745" b="0" i="0" u="none">
                <a:solidFill>
                  <a:srgbClr val="1F1F1F"/>
                </a:solidFill>
                <a:latin typeface="Courier New"/>
              </a:rPr>
              <a:t>; i++) {</a:t>
            </a:r>
          </a:p>
          <a:p>
            <a:pPr algn="l">
              <a:lnSpc>
                <a:spcPts val="1117"/>
              </a:lnSpc>
              <a:spcBef>
                <a:spcPts val="0"/>
              </a:spcBef>
              <a:spcAft>
                <a:spcPts val="0"/>
              </a:spcAft>
            </a:pPr>
            <a:r>
              <a:rPr sz="745" b="0" i="0" u="none">
                <a:solidFill>
                  <a:srgbClr val="1F1F1F"/>
                </a:solidFill>
                <a:latin typeface="Courier New"/>
              </a:rPr>
              <a:t>    </a:t>
            </a:r>
            <a:r>
              <a:rPr sz="745" b="0" i="0" u="none">
                <a:solidFill>
                  <a:srgbClr val="0000FF"/>
                </a:solidFill>
                <a:latin typeface="Courier New"/>
              </a:rPr>
              <a:t>const</a:t>
            </a:r>
            <a:r>
              <a:rPr sz="745" b="0" i="0" u="none">
                <a:solidFill>
                  <a:srgbClr val="1F1F1F"/>
                </a:solidFill>
                <a:latin typeface="Courier New"/>
              </a:rPr>
              <a:t> res = </a:t>
            </a:r>
            <a:r>
              <a:rPr sz="745" b="0" i="0" u="none">
                <a:solidFill>
                  <a:srgbClr val="0000FF"/>
                </a:solidFill>
                <a:latin typeface="Courier New"/>
              </a:rPr>
              <a:t>await</a:t>
            </a:r>
            <a:r>
              <a:rPr sz="745" b="0" i="0" u="none">
                <a:solidFill>
                  <a:srgbClr val="1F1F1F"/>
                </a:solidFill>
                <a:latin typeface="Courier New"/>
              </a:rPr>
              <a:t> client.</a:t>
            </a:r>
            <a:r>
              <a:rPr sz="745" b="0" i="0" u="none">
                <a:solidFill>
                  <a:srgbClr val="001080"/>
                </a:solidFill>
                <a:latin typeface="Courier New"/>
              </a:rPr>
              <a:t>messages</a:t>
            </a:r>
            <a:r>
              <a:rPr sz="745" b="0" i="0" u="none">
                <a:solidFill>
                  <a:srgbClr val="1F1F1F"/>
                </a:solidFill>
                <a:latin typeface="Courier New"/>
              </a:rPr>
              <a:t>.</a:t>
            </a:r>
            <a:r>
              <a:rPr sz="745" b="0" i="0" u="none">
                <a:solidFill>
                  <a:srgbClr val="795E26"/>
                </a:solidFill>
                <a:latin typeface="Courier New"/>
              </a:rPr>
              <a:t>create</a:t>
            </a:r>
            <a:r>
              <a:rPr sz="745" b="0" i="0" u="none">
                <a:solidFill>
                  <a:srgbClr val="1F1F1F"/>
                </a:solidFill>
                <a:latin typeface="Courier New"/>
              </a:rPr>
              <a:t>({</a:t>
            </a:r>
          </a:p>
          <a:p>
            <a:pPr algn="l">
              <a:lnSpc>
                <a:spcPts val="1117"/>
              </a:lnSpc>
              <a:spcBef>
                <a:spcPts val="0"/>
              </a:spcBef>
              <a:spcAft>
                <a:spcPts val="0"/>
              </a:spcAft>
            </a:pPr>
            <a:r>
              <a:rPr sz="745" b="0" i="0" u="none">
                <a:solidFill>
                  <a:srgbClr val="1F1F1F"/>
                </a:solidFill>
                <a:latin typeface="Courier New"/>
              </a:rPr>
              <a:t>      </a:t>
            </a:r>
            <a:r>
              <a:rPr sz="745" b="0" i="0" u="none">
                <a:solidFill>
                  <a:srgbClr val="001080"/>
                </a:solidFill>
                <a:latin typeface="Courier New"/>
              </a:rPr>
              <a:t>model</a:t>
            </a:r>
            <a:r>
              <a:rPr sz="745" b="0" i="0" u="none">
                <a:solidFill>
                  <a:srgbClr val="1F1F1F"/>
                </a:solidFill>
                <a:latin typeface="Courier New"/>
              </a:rPr>
              <a:t>: </a:t>
            </a:r>
            <a:r>
              <a:rPr sz="745" b="0" i="0" u="none">
                <a:solidFill>
                  <a:srgbClr val="A31515"/>
                </a:solidFill>
                <a:latin typeface="Courier New"/>
              </a:rPr>
              <a:t>"claude-opus-4-8"</a:t>
            </a:r>
            <a:r>
              <a:rPr sz="745" b="0" i="0" u="none">
                <a:solidFill>
                  <a:srgbClr val="1F1F1F"/>
                </a:solidFill>
                <a:latin typeface="Courier New"/>
              </a:rPr>
              <a:t>,</a:t>
            </a:r>
          </a:p>
          <a:p>
            <a:pPr algn="l">
              <a:lnSpc>
                <a:spcPts val="1117"/>
              </a:lnSpc>
              <a:spcBef>
                <a:spcPts val="0"/>
              </a:spcBef>
              <a:spcAft>
                <a:spcPts val="0"/>
              </a:spcAft>
            </a:pPr>
            <a:r>
              <a:rPr sz="745" b="0" i="0" u="none">
                <a:solidFill>
                  <a:srgbClr val="1F1F1F"/>
                </a:solidFill>
                <a:latin typeface="Courier New"/>
              </a:rPr>
              <a:t>      </a:t>
            </a:r>
            <a:r>
              <a:rPr sz="745" b="0" i="0" u="none">
                <a:solidFill>
                  <a:srgbClr val="001080"/>
                </a:solidFill>
                <a:latin typeface="Courier New"/>
              </a:rPr>
              <a:t>max_tokens</a:t>
            </a:r>
            <a:r>
              <a:rPr sz="745" b="0" i="0" u="none">
                <a:solidFill>
                  <a:srgbClr val="1F1F1F"/>
                </a:solidFill>
                <a:latin typeface="Courier New"/>
              </a:rPr>
              <a:t>: </a:t>
            </a:r>
            <a:r>
              <a:rPr sz="745" b="0" i="0" u="none">
                <a:solidFill>
                  <a:srgbClr val="098658"/>
                </a:solidFill>
                <a:latin typeface="Courier New"/>
              </a:rPr>
              <a:t>1024</a:t>
            </a:r>
            <a:r>
              <a:rPr sz="745" b="0" i="0" u="none">
                <a:solidFill>
                  <a:srgbClr val="1F1F1F"/>
                </a:solidFill>
                <a:latin typeface="Courier New"/>
              </a:rPr>
              <a:t>,</a:t>
            </a:r>
          </a:p>
          <a:p>
            <a:pPr algn="l">
              <a:lnSpc>
                <a:spcPts val="1117"/>
              </a:lnSpc>
              <a:spcBef>
                <a:spcPts val="0"/>
              </a:spcBef>
              <a:spcAft>
                <a:spcPts val="0"/>
              </a:spcAft>
            </a:pPr>
            <a:r>
              <a:rPr sz="745" b="0" i="0" u="none">
                <a:solidFill>
                  <a:srgbClr val="1F1F1F"/>
                </a:solidFill>
                <a:latin typeface="Courier New"/>
              </a:rPr>
              <a:t>      </a:t>
            </a:r>
            <a:r>
              <a:rPr sz="745" b="0" i="0" u="none">
                <a:solidFill>
                  <a:srgbClr val="001080"/>
                </a:solidFill>
                <a:latin typeface="Courier New"/>
              </a:rPr>
              <a:t>system</a:t>
            </a:r>
            <a:r>
              <a:rPr sz="745" b="0" i="0" u="none">
                <a:solidFill>
                  <a:srgbClr val="1F1F1F"/>
                </a:solidFill>
                <a:latin typeface="Courier New"/>
              </a:rPr>
              <a:t>: [{ </a:t>
            </a:r>
            <a:r>
              <a:rPr sz="745" b="0" i="0" u="none">
                <a:solidFill>
                  <a:srgbClr val="001080"/>
                </a:solidFill>
                <a:latin typeface="Courier New"/>
              </a:rPr>
              <a:t>type</a:t>
            </a:r>
            <a:r>
              <a:rPr sz="745" b="0" i="0" u="none">
                <a:solidFill>
                  <a:srgbClr val="1F1F1F"/>
                </a:solidFill>
                <a:latin typeface="Courier New"/>
              </a:rPr>
              <a:t>: </a:t>
            </a:r>
            <a:r>
              <a:rPr sz="745" b="0" i="0" u="none">
                <a:solidFill>
                  <a:srgbClr val="A31515"/>
                </a:solidFill>
                <a:latin typeface="Courier New"/>
              </a:rPr>
              <a:t>"text"</a:t>
            </a:r>
            <a:r>
              <a:rPr sz="745" b="0" i="0" u="none">
                <a:solidFill>
                  <a:srgbClr val="1F1F1F"/>
                </a:solidFill>
                <a:latin typeface="Courier New"/>
              </a:rPr>
              <a:t>, </a:t>
            </a:r>
            <a:r>
              <a:rPr sz="745" b="0" i="0" u="none">
                <a:solidFill>
                  <a:srgbClr val="001080"/>
                </a:solidFill>
                <a:latin typeface="Courier New"/>
              </a:rPr>
              <a:t>text</a:t>
            </a:r>
            <a:r>
              <a:rPr sz="745" b="0" i="0" u="none">
                <a:solidFill>
                  <a:srgbClr val="1F1F1F"/>
                </a:solidFill>
                <a:latin typeface="Courier New"/>
              </a:rPr>
              <a:t>: </a:t>
            </a:r>
            <a:r>
              <a:rPr sz="745" b="0" i="0" u="none">
                <a:solidFill>
                  <a:srgbClr val="001080"/>
                </a:solidFill>
                <a:latin typeface="Courier New"/>
              </a:rPr>
              <a:t>SYSTEM</a:t>
            </a:r>
            <a:r>
              <a:rPr sz="745" b="0" i="0" u="none">
                <a:solidFill>
                  <a:srgbClr val="1F1F1F"/>
                </a:solidFill>
                <a:latin typeface="Courier New"/>
              </a:rPr>
              <a:t> }],</a:t>
            </a:r>
          </a:p>
          <a:p>
            <a:pPr algn="l">
              <a:lnSpc>
                <a:spcPts val="1117"/>
              </a:lnSpc>
              <a:spcBef>
                <a:spcPts val="0"/>
              </a:spcBef>
              <a:spcAft>
                <a:spcPts val="0"/>
              </a:spcAft>
            </a:pPr>
            <a:r>
              <a:rPr sz="745" b="0" i="0" u="none">
                <a:solidFill>
                  <a:srgbClr val="1F1F1F"/>
                </a:solidFill>
                <a:latin typeface="Courier New"/>
              </a:rPr>
              <a:t>      </a:t>
            </a:r>
            <a:r>
              <a:rPr sz="745" b="0" i="0" u="none">
                <a:solidFill>
                  <a:srgbClr val="001080"/>
                </a:solidFill>
                <a:latin typeface="Courier New"/>
              </a:rPr>
              <a:t>messages</a:t>
            </a:r>
            <a:r>
              <a:rPr sz="745" b="0" i="0" u="none">
                <a:solidFill>
                  <a:srgbClr val="1F1F1F"/>
                </a:solidFill>
                <a:latin typeface="Courier New"/>
              </a:rPr>
              <a:t>: [{ </a:t>
            </a:r>
            <a:r>
              <a:rPr sz="745" b="0" i="0" u="none">
                <a:solidFill>
                  <a:srgbClr val="001080"/>
                </a:solidFill>
                <a:latin typeface="Courier New"/>
              </a:rPr>
              <a:t>role</a:t>
            </a:r>
            <a:r>
              <a:rPr sz="745" b="0" i="0" u="none">
                <a:solidFill>
                  <a:srgbClr val="1F1F1F"/>
                </a:solidFill>
                <a:latin typeface="Courier New"/>
              </a:rPr>
              <a:t>: </a:t>
            </a:r>
            <a:r>
              <a:rPr sz="745" b="0" i="0" u="none">
                <a:solidFill>
                  <a:srgbClr val="A31515"/>
                </a:solidFill>
                <a:latin typeface="Courier New"/>
              </a:rPr>
              <a:t>"user"</a:t>
            </a:r>
            <a:r>
              <a:rPr sz="745" b="0" i="0" u="none">
                <a:solidFill>
                  <a:srgbClr val="1F1F1F"/>
                </a:solidFill>
                <a:latin typeface="Courier New"/>
              </a:rPr>
              <a:t>, </a:t>
            </a:r>
            <a:r>
              <a:rPr sz="745" b="0" i="0" u="none">
                <a:solidFill>
                  <a:srgbClr val="001080"/>
                </a:solidFill>
                <a:latin typeface="Courier New"/>
              </a:rPr>
              <a:t>content</a:t>
            </a:r>
            <a:r>
              <a:rPr sz="745" b="0" i="0" u="none">
                <a:solidFill>
                  <a:srgbClr val="1F1F1F"/>
                </a:solidFill>
                <a:latin typeface="Courier New"/>
              </a:rPr>
              <a:t>: prompt }],</a:t>
            </a:r>
          </a:p>
          <a:p>
            <a:pPr algn="l">
              <a:lnSpc>
                <a:spcPts val="1117"/>
              </a:lnSpc>
              <a:spcBef>
                <a:spcPts val="0"/>
              </a:spcBef>
              <a:spcAft>
                <a:spcPts val="0"/>
              </a:spcAft>
            </a:pPr>
            <a:r>
              <a:rPr sz="745" b="0" i="0" u="none">
                <a:solidFill>
                  <a:srgbClr val="1F1F1F"/>
                </a:solidFill>
                <a:latin typeface="Courier New"/>
              </a:rPr>
              <a:t>    });</a:t>
            </a:r>
          </a:p>
          <a:p>
            <a:pPr algn="l">
              <a:lnSpc>
                <a:spcPts val="1117"/>
              </a:lnSpc>
              <a:spcBef>
                <a:spcPts val="0"/>
              </a:spcBef>
              <a:spcAft>
                <a:spcPts val="0"/>
              </a:spcAft>
            </a:pPr>
            <a:r>
              <a:rPr sz="745" b="0" i="0" u="none">
                <a:solidFill>
                  <a:srgbClr val="1F1F1F"/>
                </a:solidFill>
                <a:latin typeface="Courier New"/>
              </a:rPr>
              <a:t>    </a:t>
            </a:r>
            <a:r>
              <a:rPr sz="745" b="0" i="0" u="none">
                <a:solidFill>
                  <a:srgbClr val="0000FF"/>
                </a:solidFill>
                <a:latin typeface="Courier New"/>
              </a:rPr>
              <a:t>if</a:t>
            </a:r>
            <a:r>
              <a:rPr sz="745" b="0" i="0" u="none">
                <a:solidFill>
                  <a:srgbClr val="1F1F1F"/>
                </a:solidFill>
                <a:latin typeface="Courier New"/>
              </a:rPr>
              <a:t> (res.</a:t>
            </a:r>
            <a:r>
              <a:rPr sz="745" b="0" i="0" u="none">
                <a:solidFill>
                  <a:srgbClr val="001080"/>
                </a:solidFill>
                <a:latin typeface="Courier New"/>
              </a:rPr>
              <a:t>stop_reason</a:t>
            </a:r>
            <a:r>
              <a:rPr sz="745" b="0" i="0" u="none">
                <a:solidFill>
                  <a:srgbClr val="1F1F1F"/>
                </a:solidFill>
                <a:latin typeface="Courier New"/>
              </a:rPr>
              <a:t> !== </a:t>
            </a:r>
            <a:r>
              <a:rPr sz="745" b="0" i="0" u="none">
                <a:solidFill>
                  <a:srgbClr val="A31515"/>
                </a:solidFill>
                <a:latin typeface="Courier New"/>
              </a:rPr>
              <a:t>"overloaded"</a:t>
            </a:r>
            <a:r>
              <a:rPr sz="745" b="0" i="0" u="none">
                <a:solidFill>
                  <a:srgbClr val="1F1F1F"/>
                </a:solidFill>
                <a:latin typeface="Courier New"/>
              </a:rPr>
              <a:t>) {</a:t>
            </a:r>
          </a:p>
          <a:p>
            <a:pPr algn="l">
              <a:lnSpc>
                <a:spcPts val="1117"/>
              </a:lnSpc>
              <a:spcBef>
                <a:spcPts val="0"/>
              </a:spcBef>
              <a:spcAft>
                <a:spcPts val="0"/>
              </a:spcAft>
            </a:pPr>
            <a:r>
              <a:rPr sz="745" b="0" i="0" u="none">
                <a:solidFill>
                  <a:srgbClr val="1F1F1F"/>
                </a:solidFill>
                <a:latin typeface="Courier New"/>
              </a:rPr>
              <a:t>      log.</a:t>
            </a:r>
            <a:r>
              <a:rPr sz="745" b="0" i="0" u="none">
                <a:solidFill>
                  <a:srgbClr val="795E26"/>
                </a:solidFill>
                <a:latin typeface="Courier New"/>
              </a:rPr>
              <a:t>info</a:t>
            </a:r>
            <a:r>
              <a:rPr sz="745" b="0" i="0" u="none">
                <a:solidFill>
                  <a:srgbClr val="1F1F1F"/>
                </a:solidFill>
                <a:latin typeface="Courier New"/>
              </a:rPr>
              <a:t>(</a:t>
            </a:r>
            <a:r>
              <a:rPr sz="745" b="0" i="0" u="none">
                <a:solidFill>
                  <a:srgbClr val="A31515"/>
                </a:solidFill>
                <a:latin typeface="Courier New"/>
              </a:rPr>
              <a:t>"ask"</a:t>
            </a:r>
            <a:r>
              <a:rPr sz="745" b="0" i="0" u="none">
                <a:solidFill>
                  <a:srgbClr val="1F1F1F"/>
                </a:solidFill>
                <a:latin typeface="Courier New"/>
              </a:rPr>
              <a:t>, { </a:t>
            </a:r>
            <a:r>
              <a:rPr sz="745" b="0" i="0" u="none">
                <a:solidFill>
                  <a:srgbClr val="001080"/>
                </a:solidFill>
                <a:latin typeface="Courier New"/>
              </a:rPr>
              <a:t>ms</a:t>
            </a:r>
            <a:r>
              <a:rPr sz="745" b="0" i="0" u="none">
                <a:solidFill>
                  <a:srgbClr val="1F1F1F"/>
                </a:solidFill>
                <a:latin typeface="Courier New"/>
              </a:rPr>
              <a:t>: performance.</a:t>
            </a:r>
            <a:r>
              <a:rPr sz="745" b="0" i="0" u="none">
                <a:solidFill>
                  <a:srgbClr val="795E26"/>
                </a:solidFill>
                <a:latin typeface="Courier New"/>
              </a:rPr>
              <a:t>now</a:t>
            </a:r>
            <a:r>
              <a:rPr sz="745" b="0" i="0" u="none">
                <a:solidFill>
                  <a:srgbClr val="1F1F1F"/>
                </a:solidFill>
                <a:latin typeface="Courier New"/>
              </a:rPr>
              <a:t>() - t0 });</a:t>
            </a:r>
          </a:p>
          <a:p>
            <a:pPr algn="l">
              <a:lnSpc>
                <a:spcPts val="1117"/>
              </a:lnSpc>
              <a:spcBef>
                <a:spcPts val="0"/>
              </a:spcBef>
              <a:spcAft>
                <a:spcPts val="0"/>
              </a:spcAft>
            </a:pPr>
            <a:r>
              <a:rPr sz="745" b="0" i="0" u="none">
                <a:solidFill>
                  <a:srgbClr val="1F1F1F"/>
                </a:solidFill>
                <a:latin typeface="Courier New"/>
              </a:rPr>
              <a:t>      </a:t>
            </a:r>
            <a:r>
              <a:rPr sz="745" b="0" i="0" u="none">
                <a:solidFill>
                  <a:srgbClr val="0000FF"/>
                </a:solidFill>
                <a:latin typeface="Courier New"/>
              </a:rPr>
              <a:t>return</a:t>
            </a:r>
            <a:r>
              <a:rPr sz="745" b="0" i="0" u="none">
                <a:solidFill>
                  <a:srgbClr val="1F1F1F"/>
                </a:solidFill>
                <a:latin typeface="Courier New"/>
              </a:rPr>
              <a:t> res.</a:t>
            </a:r>
            <a:r>
              <a:rPr sz="745" b="0" i="0" u="none">
                <a:solidFill>
                  <a:srgbClr val="001080"/>
                </a:solidFill>
                <a:latin typeface="Courier New"/>
              </a:rPr>
              <a:t>content</a:t>
            </a:r>
            <a:r>
              <a:rPr sz="745" b="0" i="0" u="none">
                <a:solidFill>
                  <a:srgbClr val="1F1F1F"/>
                </a:solidFill>
                <a:latin typeface="Courier New"/>
              </a:rPr>
              <a:t>[</a:t>
            </a:r>
            <a:r>
              <a:rPr sz="745" b="0" i="0" u="none">
                <a:solidFill>
                  <a:srgbClr val="098658"/>
                </a:solidFill>
                <a:latin typeface="Courier New"/>
              </a:rPr>
              <a:t>0</a:t>
            </a:r>
            <a:r>
              <a:rPr sz="745" b="0" i="0" u="none">
                <a:solidFill>
                  <a:srgbClr val="1F1F1F"/>
                </a:solidFill>
                <a:latin typeface="Courier New"/>
              </a:rPr>
              <a:t>].</a:t>
            </a:r>
            <a:r>
              <a:rPr sz="745" b="0" i="0" u="none">
                <a:solidFill>
                  <a:srgbClr val="001080"/>
                </a:solidFill>
                <a:latin typeface="Courier New"/>
              </a:rPr>
              <a:t>text</a:t>
            </a:r>
            <a:r>
              <a:rPr sz="745" b="0" i="0" u="none">
                <a:solidFill>
                  <a:srgbClr val="1F1F1F"/>
                </a:solidFill>
                <a:latin typeface="Courier New"/>
              </a:rPr>
              <a:t>;</a:t>
            </a:r>
          </a:p>
          <a:p>
            <a:pPr algn="l">
              <a:lnSpc>
                <a:spcPts val="1117"/>
              </a:lnSpc>
              <a:spcBef>
                <a:spcPts val="0"/>
              </a:spcBef>
              <a:spcAft>
                <a:spcPts val="0"/>
              </a:spcAft>
            </a:pPr>
            <a:r>
              <a:rPr sz="745" b="0" i="0" u="none">
                <a:solidFill>
                  <a:srgbClr val="1F1F1F"/>
                </a:solidFill>
                <a:latin typeface="Courier New"/>
              </a:rPr>
              <a:t>    }</a:t>
            </a:r>
          </a:p>
          <a:p>
            <a:pPr algn="l">
              <a:lnSpc>
                <a:spcPts val="1117"/>
              </a:lnSpc>
              <a:spcBef>
                <a:spcPts val="0"/>
              </a:spcBef>
              <a:spcAft>
                <a:spcPts val="0"/>
              </a:spcAft>
            </a:pPr>
            <a:r>
              <a:rPr sz="745" b="0" i="0" u="none">
                <a:solidFill>
                  <a:srgbClr val="1F1F1F"/>
                </a:solidFill>
                <a:latin typeface="Courier New"/>
              </a:rPr>
              <a:t>    </a:t>
            </a:r>
            <a:r>
              <a:rPr sz="745" b="0" i="0" u="none">
                <a:solidFill>
                  <a:srgbClr val="0000FF"/>
                </a:solidFill>
                <a:latin typeface="Courier New"/>
              </a:rPr>
              <a:t>await</a:t>
            </a:r>
            <a:r>
              <a:rPr sz="745" b="0" i="0" u="none">
                <a:solidFill>
                  <a:srgbClr val="1F1F1F"/>
                </a:solidFill>
                <a:latin typeface="Courier New"/>
              </a:rPr>
              <a:t> </a:t>
            </a:r>
            <a:r>
              <a:rPr sz="745" b="0" i="0" u="none">
                <a:solidFill>
                  <a:srgbClr val="795E26"/>
                </a:solidFill>
                <a:latin typeface="Courier New"/>
              </a:rPr>
              <a:t>sleep</a:t>
            </a:r>
            <a:r>
              <a:rPr sz="745" b="0" i="0" u="none">
                <a:solidFill>
                  <a:srgbClr val="1F1F1F"/>
                </a:solidFill>
                <a:latin typeface="Courier New"/>
              </a:rPr>
              <a:t>(</a:t>
            </a:r>
            <a:r>
              <a:rPr sz="745" b="0" i="0" u="none">
                <a:solidFill>
                  <a:srgbClr val="098658"/>
                </a:solidFill>
                <a:latin typeface="Courier New"/>
              </a:rPr>
              <a:t>250</a:t>
            </a:r>
            <a:r>
              <a:rPr sz="745" b="0" i="0" u="none">
                <a:solidFill>
                  <a:srgbClr val="1F1F1F"/>
                </a:solidFill>
                <a:latin typeface="Courier New"/>
              </a:rPr>
              <a:t> * (i + </a:t>
            </a:r>
            <a:r>
              <a:rPr sz="745" b="0" i="0" u="none">
                <a:solidFill>
                  <a:srgbClr val="098658"/>
                </a:solidFill>
                <a:latin typeface="Courier New"/>
              </a:rPr>
              <a:t>1</a:t>
            </a:r>
            <a:r>
              <a:rPr sz="745" b="0" i="0" u="none">
                <a:solidFill>
                  <a:srgbClr val="1F1F1F"/>
                </a:solidFill>
                <a:latin typeface="Courier New"/>
              </a:rPr>
              <a:t>));</a:t>
            </a:r>
          </a:p>
          <a:p>
            <a:pPr algn="l">
              <a:lnSpc>
                <a:spcPts val="1117"/>
              </a:lnSpc>
              <a:spcBef>
                <a:spcPts val="0"/>
              </a:spcBef>
              <a:spcAft>
                <a:spcPts val="0"/>
              </a:spcAft>
            </a:pPr>
            <a:r>
              <a:rPr sz="745" b="0" i="0" u="none">
                <a:solidFill>
                  <a:srgbClr val="1F1F1F"/>
                </a:solidFill>
                <a:latin typeface="Courier New"/>
              </a:rPr>
              <a:t>  }</a:t>
            </a:r>
          </a:p>
          <a:p>
            <a:pPr algn="l">
              <a:lnSpc>
                <a:spcPts val="1117"/>
              </a:lnSpc>
              <a:spcBef>
                <a:spcPts val="0"/>
              </a:spcBef>
              <a:spcAft>
                <a:spcPts val="0"/>
              </a:spcAft>
            </a:pPr>
            <a:r>
              <a:rPr sz="745" b="0" i="0" u="none">
                <a:solidFill>
                  <a:srgbClr val="1F1F1F"/>
                </a:solidFill>
                <a:latin typeface="Courier New"/>
              </a:rPr>
              <a:t>  </a:t>
            </a:r>
            <a:r>
              <a:rPr sz="745" b="0" i="0" u="none">
                <a:solidFill>
                  <a:srgbClr val="0000FF"/>
                </a:solidFill>
                <a:latin typeface="Courier New"/>
              </a:rPr>
              <a:t>throw</a:t>
            </a:r>
            <a:r>
              <a:rPr sz="745" b="0" i="0" u="none">
                <a:solidFill>
                  <a:srgbClr val="1F1F1F"/>
                </a:solidFill>
                <a:latin typeface="Courier New"/>
              </a:rPr>
              <a:t> </a:t>
            </a:r>
            <a:r>
              <a:rPr sz="745" b="0" i="0" u="none">
                <a:solidFill>
                  <a:srgbClr val="0000FF"/>
                </a:solidFill>
                <a:latin typeface="Courier New"/>
              </a:rPr>
              <a:t>new</a:t>
            </a:r>
            <a:r>
              <a:rPr sz="745" b="0" i="0" u="none">
                <a:solidFill>
                  <a:srgbClr val="1F1F1F"/>
                </a:solidFill>
                <a:latin typeface="Courier New"/>
              </a:rPr>
              <a:t> </a:t>
            </a:r>
            <a:r>
              <a:rPr sz="745" b="0" i="0" u="none">
                <a:solidFill>
                  <a:srgbClr val="267F99"/>
                </a:solidFill>
                <a:latin typeface="Courier New"/>
              </a:rPr>
              <a:t>Error</a:t>
            </a:r>
            <a:r>
              <a:rPr sz="745" b="0" i="0" u="none">
                <a:solidFill>
                  <a:srgbClr val="1F1F1F"/>
                </a:solidFill>
                <a:latin typeface="Courier New"/>
              </a:rPr>
              <a:t>(</a:t>
            </a:r>
            <a:r>
              <a:rPr sz="745" b="0" i="0" u="none">
                <a:solidFill>
                  <a:srgbClr val="A31515"/>
                </a:solidFill>
                <a:latin typeface="Courier New"/>
              </a:rPr>
              <a:t>"overloaded"</a:t>
            </a:r>
            <a:r>
              <a:rPr sz="745" b="0" i="0" u="none">
                <a:solidFill>
                  <a:srgbClr val="1F1F1F"/>
                </a:solidFill>
                <a:latin typeface="Courier New"/>
              </a:rPr>
              <a:t>);</a:t>
            </a:r>
          </a:p>
          <a:p>
            <a:pPr algn="l">
              <a:lnSpc>
                <a:spcPts val="1117"/>
              </a:lnSpc>
              <a:spcBef>
                <a:spcPts val="0"/>
              </a:spcBef>
              <a:spcAft>
                <a:spcPts val="0"/>
              </a:spcAft>
            </a:pPr>
            <a:r>
              <a:rPr sz="745" b="0" i="0" u="none">
                <a:solidFill>
                  <a:srgbClr val="1F1F1F"/>
                </a:solidFill>
                <a:latin typeface="Courier New"/>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1775555"/>
            <a:ext cx="11030760" cy="1664589"/>
          </a:xfrm>
          <a:prstGeom prst="rect">
            <a:avLst/>
          </a:prstGeom>
          <a:noFill/>
        </p:spPr>
        <p:txBody>
          <a:bodyPr wrap="square" anchor="ctr"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262789"/>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3536347"/>
            <a:ext cx="2930531"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262789"/>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660582" y="3536347"/>
            <a:ext cx="2930724"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209038"/>
            <a:ext cx="442626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67216"/>
            <a:ext cx="341861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25298"/>
            <a:ext cx="262909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83380"/>
            <a:ext cx="310410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41558"/>
            <a:ext cx="274901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99640"/>
            <a:ext cx="2579656"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84570"/>
            <a:ext cx="462362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24378"/>
            <a:ext cx="1268720"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53707"/>
            <a:ext cx="1268720"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24378"/>
            <a:ext cx="1268913"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53707"/>
            <a:ext cx="1268913"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192369"/>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33650"/>
            <a:ext cx="707041" cy="707041"/>
          </a:xfrm>
          <a:prstGeom prst="rect">
            <a:avLst/>
          </a:prstGeom>
        </p:spPr>
      </p:pic>
      <p:sp>
        <p:nvSpPr>
          <p:cNvPr id="8" name="TextBox 7"/>
          <p:cNvSpPr txBox="1"/>
          <p:nvPr/>
        </p:nvSpPr>
        <p:spPr>
          <a:xfrm>
            <a:off x="7516082" y="2524125"/>
            <a:ext cx="121564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391376"/>
            <a:ext cx="1215643"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192369"/>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33650"/>
            <a:ext cx="707041" cy="707041"/>
          </a:xfrm>
          <a:prstGeom prst="rect">
            <a:avLst/>
          </a:prstGeom>
        </p:spPr>
      </p:pic>
      <p:sp>
        <p:nvSpPr>
          <p:cNvPr id="12" name="TextBox 11"/>
          <p:cNvSpPr txBox="1"/>
          <p:nvPr/>
        </p:nvSpPr>
        <p:spPr>
          <a:xfrm>
            <a:off x="10462641" y="2524125"/>
            <a:ext cx="1093828"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391376"/>
            <a:ext cx="1093828"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32015"/>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4273296"/>
            <a:ext cx="707041" cy="707041"/>
          </a:xfrm>
          <a:prstGeom prst="rect">
            <a:avLst/>
          </a:prstGeom>
        </p:spPr>
      </p:pic>
      <p:sp>
        <p:nvSpPr>
          <p:cNvPr id="8" name="TextBox 7"/>
          <p:cNvSpPr txBox="1"/>
          <p:nvPr/>
        </p:nvSpPr>
        <p:spPr>
          <a:xfrm>
            <a:off x="1877282" y="4263771"/>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4742116"/>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3932015"/>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4273296"/>
            <a:ext cx="707041" cy="707041"/>
          </a:xfrm>
          <a:prstGeom prst="rect">
            <a:avLst/>
          </a:prstGeom>
        </p:spPr>
      </p:pic>
      <p:sp>
        <p:nvSpPr>
          <p:cNvPr id="12" name="TextBox 11"/>
          <p:cNvSpPr txBox="1"/>
          <p:nvPr/>
        </p:nvSpPr>
        <p:spPr>
          <a:xfrm>
            <a:off x="7435882" y="4263771"/>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4742116"/>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47038"/>
          </a:xfrm>
          <a:prstGeom prst="roundRect">
            <a:avLst>
              <a:gd name="adj" fmla="val 1179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826603" y="2201894"/>
            <a:ext cx="2538603" cy="1427988"/>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6701679"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187607"/>
            <a:ext cx="6701679"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2967323"/>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281172"/>
            <a:ext cx="650176" cy="650176"/>
          </a:xfrm>
          <a:prstGeom prst="rect">
            <a:avLst/>
          </a:prstGeom>
        </p:spPr>
      </p:pic>
      <p:sp>
        <p:nvSpPr>
          <p:cNvPr id="8" name="TextBox 7"/>
          <p:cNvSpPr txBox="1"/>
          <p:nvPr/>
        </p:nvSpPr>
        <p:spPr>
          <a:xfrm>
            <a:off x="1780127" y="3272314"/>
            <a:ext cx="1826704" cy="367856"/>
          </a:xfrm>
          <a:prstGeom prst="rect">
            <a:avLst/>
          </a:prstGeom>
          <a:noFill/>
        </p:spPr>
        <p:txBody>
          <a:bodyPr wrap="none" anchor="ctr"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12178"/>
            <a:ext cx="1834484" cy="1623441"/>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2967323"/>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281172"/>
            <a:ext cx="650176" cy="650176"/>
          </a:xfrm>
          <a:prstGeom prst="rect">
            <a:avLst/>
          </a:prstGeom>
        </p:spPr>
      </p:pic>
      <p:sp>
        <p:nvSpPr>
          <p:cNvPr id="12" name="TextBox 11"/>
          <p:cNvSpPr txBox="1"/>
          <p:nvPr/>
        </p:nvSpPr>
        <p:spPr>
          <a:xfrm>
            <a:off x="5194078" y="3272314"/>
            <a:ext cx="1834580" cy="1114330"/>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069747"/>
            <a:ext cx="1834580" cy="1265872"/>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192369"/>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2533650"/>
            <a:ext cx="707041" cy="707041"/>
          </a:xfrm>
          <a:prstGeom prst="rect">
            <a:avLst/>
          </a:prstGeom>
        </p:spPr>
      </p:pic>
      <p:sp>
        <p:nvSpPr>
          <p:cNvPr id="8" name="TextBox 7"/>
          <p:cNvSpPr txBox="1"/>
          <p:nvPr/>
        </p:nvSpPr>
        <p:spPr>
          <a:xfrm>
            <a:off x="1877282" y="252412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002471"/>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192369"/>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2533650"/>
            <a:ext cx="707041" cy="707041"/>
          </a:xfrm>
          <a:prstGeom prst="rect">
            <a:avLst/>
          </a:prstGeom>
        </p:spPr>
      </p:pic>
      <p:sp>
        <p:nvSpPr>
          <p:cNvPr id="12" name="TextBox 11"/>
          <p:cNvSpPr txBox="1"/>
          <p:nvPr/>
        </p:nvSpPr>
        <p:spPr>
          <a:xfrm>
            <a:off x="7435882" y="252412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002471"/>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613630"/>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1954816"/>
            <a:ext cx="707041" cy="707041"/>
          </a:xfrm>
          <a:prstGeom prst="rect">
            <a:avLst/>
          </a:prstGeom>
        </p:spPr>
      </p:pic>
      <p:sp>
        <p:nvSpPr>
          <p:cNvPr id="5" name="TextBox 4"/>
          <p:cNvSpPr txBox="1"/>
          <p:nvPr/>
        </p:nvSpPr>
        <p:spPr>
          <a:xfrm>
            <a:off x="1877282" y="1945291"/>
            <a:ext cx="1747266"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423636"/>
            <a:ext cx="1753853" cy="2443639"/>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613630"/>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1954816"/>
            <a:ext cx="707041" cy="707041"/>
          </a:xfrm>
          <a:prstGeom prst="rect">
            <a:avLst/>
          </a:prstGeom>
        </p:spPr>
      </p:pic>
      <p:sp>
        <p:nvSpPr>
          <p:cNvPr id="9" name="TextBox 8"/>
          <p:cNvSpPr txBox="1"/>
          <p:nvPr/>
        </p:nvSpPr>
        <p:spPr>
          <a:xfrm>
            <a:off x="5354098" y="1945291"/>
            <a:ext cx="5554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812542"/>
            <a:ext cx="5554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166652"/>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07932"/>
            <a:ext cx="707041" cy="707041"/>
          </a:xfrm>
          <a:prstGeom prst="rect">
            <a:avLst/>
          </a:prstGeom>
        </p:spPr>
      </p:pic>
      <p:sp>
        <p:nvSpPr>
          <p:cNvPr id="5" name="TextBox 4"/>
          <p:cNvSpPr txBox="1"/>
          <p:nvPr/>
        </p:nvSpPr>
        <p:spPr>
          <a:xfrm>
            <a:off x="1877282" y="2498408"/>
            <a:ext cx="2101024"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2976753"/>
            <a:ext cx="2112918"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166652"/>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07932"/>
            <a:ext cx="707041" cy="707041"/>
          </a:xfrm>
          <a:prstGeom prst="rect">
            <a:avLst/>
          </a:prstGeom>
        </p:spPr>
      </p:pic>
      <p:sp>
        <p:nvSpPr>
          <p:cNvPr id="9" name="TextBox 8"/>
          <p:cNvSpPr txBox="1"/>
          <p:nvPr/>
        </p:nvSpPr>
        <p:spPr>
          <a:xfrm>
            <a:off x="5707856" y="2498408"/>
            <a:ext cx="1432179"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2976753"/>
            <a:ext cx="1434040"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19236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484977"/>
            <a:ext cx="560832" cy="560832"/>
          </a:xfrm>
          <a:prstGeom prst="rect">
            <a:avLst/>
          </a:prstGeom>
        </p:spPr>
      </p:pic>
      <p:sp>
        <p:nvSpPr>
          <p:cNvPr id="8" name="TextBox 7"/>
          <p:cNvSpPr txBox="1"/>
          <p:nvPr/>
        </p:nvSpPr>
        <p:spPr>
          <a:xfrm>
            <a:off x="1816322" y="2513552"/>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42394"/>
            <a:ext cx="486784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27230"/>
            <a:ext cx="5232464"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1775555"/>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1921669"/>
            <a:ext cx="243745" cy="243745"/>
          </a:xfrm>
          <a:prstGeom prst="rect">
            <a:avLst/>
          </a:prstGeom>
        </p:spPr>
      </p:pic>
      <p:sp>
        <p:nvSpPr>
          <p:cNvPr id="8" name="TextBox 7"/>
          <p:cNvSpPr txBox="1"/>
          <p:nvPr/>
        </p:nvSpPr>
        <p:spPr>
          <a:xfrm>
            <a:off x="1251680" y="1916430"/>
            <a:ext cx="582368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265299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2994279"/>
            <a:ext cx="707041" cy="707041"/>
          </a:xfrm>
          <a:prstGeom prst="rect">
            <a:avLst/>
          </a:prstGeom>
        </p:spPr>
      </p:pic>
      <p:sp>
        <p:nvSpPr>
          <p:cNvPr id="11" name="TextBox 10"/>
          <p:cNvSpPr txBox="1"/>
          <p:nvPr/>
        </p:nvSpPr>
        <p:spPr>
          <a:xfrm>
            <a:off x="1877282" y="2984754"/>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346310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265299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2994279"/>
            <a:ext cx="707041" cy="707041"/>
          </a:xfrm>
          <a:prstGeom prst="rect">
            <a:avLst/>
          </a:prstGeom>
        </p:spPr>
      </p:pic>
      <p:sp>
        <p:nvSpPr>
          <p:cNvPr id="15" name="TextBox 14"/>
          <p:cNvSpPr txBox="1"/>
          <p:nvPr/>
        </p:nvSpPr>
        <p:spPr>
          <a:xfrm>
            <a:off x="7435882" y="2984754"/>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346310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91189"/>
            <a:ext cx="5235988" cy="164306"/>
          </a:xfrm>
          <a:prstGeom prst="rect">
            <a:avLst/>
          </a:prstGeom>
          <a:noFill/>
        </p:spPr>
        <p:txBody>
          <a:bodyPr wrap="none" anchor="ctr"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03992"/>
            <a:ext cx="9656254"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96898"/>
            <a:ext cx="9656254" cy="250317"/>
          </a:xfrm>
          <a:prstGeom prst="rect">
            <a:avLst/>
          </a:prstGeom>
          <a:noFill/>
        </p:spPr>
        <p:txBody>
          <a:bodyPr wrap="none" anchor="ctr"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77496"/>
            <a:ext cx="685904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6976586" y="3760565"/>
            <a:ext cx="4582858"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5555"/>
            <a:ext cx="6281126" cy="1167860"/>
          </a:xfrm>
          <a:prstGeom prst="rect">
            <a:avLst/>
          </a:prstGeom>
          <a:noFill/>
        </p:spPr>
        <p:txBody>
          <a:bodyPr wrap="square" anchor="ctr"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0975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90241"/>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90241"/>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1165955" y="2729865"/>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0584"/>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230975"/>
            <a:ext cx="276034" cy="276034"/>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230975"/>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1165955" y="3270599"/>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008"/>
            <a:ext cx="280416" cy="316992"/>
          </a:xfrm>
          <a:prstGeom prst="rect">
            <a:avLst/>
          </a:prstGeom>
          <a:noFill/>
        </p:spPr>
        <p:txBody>
          <a:bodyPr wrap="none" anchor="ctr"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1318"/>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71805"/>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71805"/>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1165955" y="3811334"/>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053"/>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312539"/>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312539"/>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1165955" y="4352163"/>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6800"/>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6800"/>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2916"/>
            <a:ext cx="179927" cy="179927"/>
          </a:xfrm>
          <a:prstGeom prst="rect">
            <a:avLst/>
          </a:prstGeom>
        </p:spPr>
      </p:pic>
      <p:sp>
        <p:nvSpPr>
          <p:cNvPr id="26" name="TextBox 25"/>
          <p:cNvSpPr txBox="1"/>
          <p:nvPr/>
        </p:nvSpPr>
        <p:spPr>
          <a:xfrm>
            <a:off x="1173004" y="5056251"/>
            <a:ext cx="701897" cy="146114"/>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7" name="TextBox 26"/>
          <p:cNvSpPr txBox="1"/>
          <p:nvPr/>
        </p:nvSpPr>
        <p:spPr>
          <a:xfrm>
            <a:off x="923830" y="5311426"/>
            <a:ext cx="5829443" cy="643509"/>
          </a:xfrm>
          <a:prstGeom prst="rect">
            <a:avLst/>
          </a:prstGeom>
          <a:noFill/>
        </p:spPr>
        <p:txBody>
          <a:bodyPr wrap="square" anchor="ctr"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8" name="TextBox 27"/>
          <p:cNvSpPr txBox="1"/>
          <p:nvPr/>
        </p:nvSpPr>
        <p:spPr>
          <a:xfrm>
            <a:off x="923830" y="5889784"/>
            <a:ext cx="5762625" cy="167735"/>
          </a:xfrm>
          <a:prstGeom prst="rect">
            <a:avLst/>
          </a:prstGeom>
          <a:noFill/>
        </p:spPr>
        <p:txBody>
          <a:bodyPr wrap="none" anchor="ctr"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9" name="Rounded Rectangle 28"/>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54806"/>
          </a:xfrm>
          <a:prstGeom prst="rect">
            <a:avLst/>
          </a:prstGeom>
          <a:noFill/>
        </p:spPr>
        <p:txBody>
          <a:bodyPr wrap="none" anchor="ctr"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61165"/>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61165"/>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1250728" y="2526221"/>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94482"/>
            <a:ext cx="360807" cy="360807"/>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94482"/>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1250728" y="3159538"/>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ctr"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27704"/>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27704"/>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1250728" y="3792855"/>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1259014" y="4617530"/>
            <a:ext cx="815435" cy="171069"/>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3" name="TextBox 22"/>
          <p:cNvSpPr txBox="1"/>
          <p:nvPr/>
        </p:nvSpPr>
        <p:spPr>
          <a:xfrm>
            <a:off x="967169" y="4916329"/>
            <a:ext cx="5752583" cy="935546"/>
          </a:xfrm>
          <a:prstGeom prst="rect">
            <a:avLst/>
          </a:prstGeom>
          <a:noFill/>
        </p:spPr>
        <p:txBody>
          <a:bodyPr wrap="square" anchor="ctr"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4" name="TextBox 23"/>
          <p:cNvSpPr txBox="1"/>
          <p:nvPr/>
        </p:nvSpPr>
        <p:spPr>
          <a:xfrm>
            <a:off x="967169" y="5593652"/>
            <a:ext cx="5752583" cy="446151"/>
          </a:xfrm>
          <a:prstGeom prst="rect">
            <a:avLst/>
          </a:prstGeom>
          <a:noFill/>
        </p:spPr>
        <p:txBody>
          <a:bodyPr wrap="square" anchor="ctr"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5" name="Rounded Rectangle 24"/>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18736"/>
          </a:xfrm>
          <a:prstGeom prst="rect">
            <a:avLst/>
          </a:prstGeom>
          <a:noFill/>
        </p:spPr>
        <p:txBody>
          <a:bodyPr wrap="square" anchor="ctr"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87408"/>
            <a:ext cx="397288" cy="39728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87408"/>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968651" y="2963513"/>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60636"/>
            <a:ext cx="397288" cy="39728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60636"/>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968651" y="3636740"/>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ctr"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977509" y="4513326"/>
            <a:ext cx="864394" cy="181832"/>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19" name="TextBox 18"/>
          <p:cNvSpPr txBox="1"/>
          <p:nvPr/>
        </p:nvSpPr>
        <p:spPr>
          <a:xfrm>
            <a:off x="5667280" y="4830985"/>
            <a:ext cx="5719132" cy="968692"/>
          </a:xfrm>
          <a:prstGeom prst="rect">
            <a:avLst/>
          </a:prstGeom>
          <a:noFill/>
        </p:spPr>
        <p:txBody>
          <a:bodyPr wrap="square" anchor="ctr"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20" name="TextBox 19"/>
          <p:cNvSpPr txBox="1"/>
          <p:nvPr/>
        </p:nvSpPr>
        <p:spPr>
          <a:xfrm>
            <a:off x="5667280" y="5550980"/>
            <a:ext cx="5719132" cy="474154"/>
          </a:xfrm>
          <a:prstGeom prst="rect">
            <a:avLst/>
          </a:prstGeom>
          <a:noFill/>
        </p:spPr>
        <p:txBody>
          <a:bodyPr wrap="square" anchor="ctr"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1" name="Rounded Rectangle 20"/>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9416510" y="3760565"/>
            <a:ext cx="2142934"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62576"/>
          </a:xfrm>
          <a:prstGeom prst="rect">
            <a:avLst/>
          </a:prstGeom>
          <a:noFill/>
        </p:spPr>
        <p:txBody>
          <a:bodyPr wrap="square" anchor="ctr"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005173" y="3850481"/>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05173" y="4785170"/>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05173" y="5719953"/>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6261735" y="2192369"/>
            <a:ext cx="5295233" cy="230029"/>
          </a:xfrm>
          <a:prstGeom prst="rect">
            <a:avLst/>
          </a:prstGeom>
          <a:noFill/>
        </p:spPr>
        <p:txBody>
          <a:bodyPr wrap="none" anchor="ctr"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4246150" y="2562416"/>
            <a:ext cx="2738628"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8775097" y="2562416"/>
            <a:ext cx="2781872"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8129" cy="1080992"/>
          </a:xfrm>
          <a:prstGeom prst="rect">
            <a:avLst/>
          </a:prstGeom>
          <a:noFill/>
        </p:spPr>
        <p:txBody>
          <a:bodyPr wrap="none" anchor="ctr"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219772" y="3629596"/>
            <a:ext cx="1070896"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176718" y="5340286"/>
            <a:ext cx="1118235"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76981"/>
            <a:ext cx="3927348"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90556"/>
            <a:ext cx="3927348"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76981"/>
            <a:ext cx="3927443"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90556"/>
            <a:ext cx="3966733"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498767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401246"/>
            <a:ext cx="3966637"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498767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401246"/>
            <a:ext cx="3927443"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28577"/>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563558"/>
            <a:ext cx="486823" cy="486823"/>
          </a:xfrm>
          <a:prstGeom prst="rect">
            <a:avLst/>
          </a:prstGeom>
        </p:spPr>
      </p:pic>
      <p:sp>
        <p:nvSpPr>
          <p:cNvPr id="7" name="TextBox 6"/>
          <p:cNvSpPr txBox="1"/>
          <p:nvPr/>
        </p:nvSpPr>
        <p:spPr>
          <a:xfrm>
            <a:off x="1501426" y="2556986"/>
            <a:ext cx="1521631"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154013"/>
            <a:ext cx="1521631" cy="1107567"/>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28577"/>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563558"/>
            <a:ext cx="486823" cy="486823"/>
          </a:xfrm>
          <a:prstGeom prst="rect">
            <a:avLst/>
          </a:prstGeom>
        </p:spPr>
      </p:pic>
      <p:sp>
        <p:nvSpPr>
          <p:cNvPr id="11" name="TextBox 10"/>
          <p:cNvSpPr txBox="1"/>
          <p:nvPr/>
        </p:nvSpPr>
        <p:spPr>
          <a:xfrm>
            <a:off x="4198715" y="2556986"/>
            <a:ext cx="1521728"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154013"/>
            <a:ext cx="1521728" cy="1191482"/>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787551"/>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22532"/>
            <a:ext cx="486823" cy="486823"/>
          </a:xfrm>
          <a:prstGeom prst="rect">
            <a:avLst/>
          </a:prstGeom>
        </p:spPr>
      </p:pic>
      <p:sp>
        <p:nvSpPr>
          <p:cNvPr id="15" name="TextBox 14"/>
          <p:cNvSpPr txBox="1"/>
          <p:nvPr/>
        </p:nvSpPr>
        <p:spPr>
          <a:xfrm>
            <a:off x="1501426" y="5015960"/>
            <a:ext cx="4215956" cy="275463"/>
          </a:xfrm>
          <a:prstGeom prst="rect">
            <a:avLst/>
          </a:prstGeom>
          <a:noFill/>
        </p:spPr>
        <p:txBody>
          <a:bodyPr wrap="none" anchor="ctr"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345335"/>
            <a:ext cx="4259573" cy="455295"/>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479072"/>
          </a:xfrm>
          <a:prstGeom prst="roundRect">
            <a:avLst>
              <a:gd name="adj" fmla="val 7868"/>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29089"/>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657666"/>
            <a:ext cx="51932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55926"/>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55926"/>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55926"/>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818495" y="2426018"/>
            <a:ext cx="561118" cy="142875"/>
          </a:xfrm>
          <a:prstGeom prst="rect">
            <a:avLst/>
          </a:prstGeom>
          <a:noFill/>
        </p:spPr>
        <p:txBody>
          <a:bodyPr wrap="none" anchor="ctr" lIns="0" tIns="0" rIns="0" bIns="0">
            <a:noAutofit/>
          </a:bodyPr>
          <a:lstStyle/>
          <a:p>
            <a:pPr algn="l">
              <a:lnSpc>
                <a:spcPts val="980"/>
              </a:lnSpc>
              <a:spcBef>
                <a:spcPts val="0"/>
              </a:spcBef>
              <a:spcAft>
                <a:spcPts val="0"/>
              </a:spcAft>
            </a:pPr>
            <a:r>
              <a:rPr sz="980" b="0" i="0" u="none" spc="98">
                <a:solidFill>
                  <a:srgbClr val="6E6E78"/>
                </a:solidFill>
                <a:latin typeface="Courier New"/>
              </a:rPr>
              <a:t>PYTHON</a:t>
            </a:r>
          </a:p>
        </p:txBody>
      </p:sp>
      <p:sp>
        <p:nvSpPr>
          <p:cNvPr id="24" name="TextBox 23"/>
          <p:cNvSpPr txBox="1"/>
          <p:nvPr/>
        </p:nvSpPr>
        <p:spPr>
          <a:xfrm>
            <a:off x="6562534" y="2924651"/>
            <a:ext cx="4795270" cy="1654016"/>
          </a:xfrm>
          <a:prstGeom prst="rect">
            <a:avLst/>
          </a:prstGeom>
          <a:noFill/>
        </p:spPr>
        <p:txBody>
          <a:bodyPr wrap="square" anchor="ctr" lIns="0" tIns="0" rIns="0" bIns="0">
            <a:noAutofit/>
          </a:bodyPr>
          <a:lstStyle/>
          <a:p>
            <a:pPr algn="l">
              <a:lnSpc>
                <a:spcPts val="2664"/>
              </a:lnSpc>
              <a:spcBef>
                <a:spcPts val="0"/>
              </a:spcBef>
              <a:spcAft>
                <a:spcPts val="0"/>
              </a:spcAft>
            </a:pPr>
            <a:r>
              <a:rPr sz="1776" b="0" i="0" u="none">
                <a:solidFill>
                  <a:srgbClr val="1F1F1F"/>
                </a:solidFill>
                <a:latin typeface="Courier New"/>
              </a:rPr>
              <a:t>scaler = StandardScaler()</a:t>
            </a:r>
          </a:p>
          <a:p>
            <a:pPr algn="l">
              <a:lnSpc>
                <a:spcPts val="2664"/>
              </a:lnSpc>
              <a:spcBef>
                <a:spcPts val="0"/>
              </a:spcBef>
              <a:spcAft>
                <a:spcPts val="0"/>
              </a:spcAft>
            </a:pPr>
            <a:r>
              <a:rPr sz="1776" b="0" i="0" u="none">
                <a:solidFill>
                  <a:srgbClr val="1F1F1F"/>
                </a:solidFill>
                <a:latin typeface="Courier New"/>
              </a:rPr>
              <a:t>scaler.fit(X_train)            </a:t>
            </a:r>
            <a:r>
              <a:rPr sz="1776" b="0" i="1" u="none">
                <a:solidFill>
                  <a:srgbClr val="008000"/>
                </a:solidFill>
                <a:latin typeface="Courier New"/>
              </a:rPr>
              <a:t># train only</a:t>
            </a:r>
          </a:p>
          <a:p>
            <a:pPr algn="l">
              <a:lnSpc>
                <a:spcPts val="2664"/>
              </a:lnSpc>
              <a:spcBef>
                <a:spcPts val="0"/>
              </a:spcBef>
              <a:spcAft>
                <a:spcPts val="0"/>
              </a:spcAft>
            </a:pPr>
            <a:r>
              <a:rPr sz="1776" b="0" i="0" u="none">
                <a:solidFill>
                  <a:srgbClr val="1F1F1F"/>
                </a:solidFill>
                <a:latin typeface="Courier New"/>
              </a:rPr>
              <a:t>X_val  = scaler.transform(X_val)</a:t>
            </a:r>
          </a:p>
          <a:p>
            <a:pPr algn="l">
              <a:lnSpc>
                <a:spcPts val="2664"/>
              </a:lnSpc>
              <a:spcBef>
                <a:spcPts val="0"/>
              </a:spcBef>
              <a:spcAft>
                <a:spcPts val="0"/>
              </a:spcAft>
            </a:pPr>
            <a:r>
              <a:rPr sz="1776" b="0" i="0" u="none">
                <a:solidFill>
                  <a:srgbClr val="1F1F1F"/>
                </a:solidFill>
                <a:latin typeface="Courier New"/>
              </a:rPr>
              <a:t>X_test = scaler.transform(X_test)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775555"/>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16741"/>
            <a:ext cx="707041" cy="707041"/>
          </a:xfrm>
          <a:prstGeom prst="rect">
            <a:avLst/>
          </a:prstGeom>
        </p:spPr>
      </p:pic>
      <p:sp>
        <p:nvSpPr>
          <p:cNvPr id="7" name="TextBox 6"/>
          <p:cNvSpPr txBox="1"/>
          <p:nvPr/>
        </p:nvSpPr>
        <p:spPr>
          <a:xfrm>
            <a:off x="1877282" y="2107216"/>
            <a:ext cx="1534006"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2974467"/>
            <a:ext cx="1533909"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775555"/>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16741"/>
            <a:ext cx="707041" cy="707041"/>
          </a:xfrm>
          <a:prstGeom prst="rect">
            <a:avLst/>
          </a:prstGeom>
        </p:spPr>
      </p:pic>
      <p:sp>
        <p:nvSpPr>
          <p:cNvPr id="11" name="TextBox 10"/>
          <p:cNvSpPr txBox="1"/>
          <p:nvPr/>
        </p:nvSpPr>
        <p:spPr>
          <a:xfrm>
            <a:off x="5137404" y="2107216"/>
            <a:ext cx="11725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2974467"/>
            <a:ext cx="11725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40630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526619" y="240630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308267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526619" y="308267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882485"/>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526619" y="3759137"/>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805648"/>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526619" y="4682300"/>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35077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260092"/>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3795236"/>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000976"/>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731258"/>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3795236"/>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000976"/>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731258"/>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085463"/>
            <a:ext cx="1706308" cy="257175"/>
          </a:xfrm>
          <a:prstGeom prst="rect">
            <a:avLst/>
          </a:prstGeom>
          <a:noFill/>
        </p:spPr>
        <p:txBody>
          <a:bodyPr wrap="none" anchor="ctr"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01869"/>
            <a:ext cx="9369933"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795397"/>
            <a:ext cx="9369933" cy="1219200"/>
          </a:xfrm>
          <a:prstGeom prst="rect">
            <a:avLst/>
          </a:prstGeom>
          <a:noFill/>
        </p:spPr>
        <p:txBody>
          <a:bodyPr wrap="none" anchor="ctr"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23480"/>
            <a:ext cx="9490860" cy="625983"/>
          </a:xfrm>
          <a:prstGeom prst="rect">
            <a:avLst/>
          </a:prstGeom>
          <a:noFill/>
        </p:spPr>
        <p:txBody>
          <a:bodyPr wrap="square" anchor="ctr"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82372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775555"/>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068163"/>
            <a:ext cx="560832" cy="560832"/>
          </a:xfrm>
          <a:prstGeom prst="rect">
            <a:avLst/>
          </a:prstGeom>
        </p:spPr>
      </p:pic>
      <p:sp>
        <p:nvSpPr>
          <p:cNvPr id="7" name="TextBox 6"/>
          <p:cNvSpPr txBox="1"/>
          <p:nvPr/>
        </p:nvSpPr>
        <p:spPr>
          <a:xfrm>
            <a:off x="963073" y="2707291"/>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34011"/>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775555"/>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068163"/>
            <a:ext cx="560832" cy="560832"/>
          </a:xfrm>
          <a:prstGeom prst="rect">
            <a:avLst/>
          </a:prstGeom>
        </p:spPr>
      </p:pic>
      <p:sp>
        <p:nvSpPr>
          <p:cNvPr id="11" name="TextBox 10"/>
          <p:cNvSpPr txBox="1"/>
          <p:nvPr/>
        </p:nvSpPr>
        <p:spPr>
          <a:xfrm>
            <a:off x="6521672" y="2707291"/>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34011"/>
            <a:ext cx="4794787" cy="541782"/>
          </a:xfrm>
          <a:prstGeom prst="rect">
            <a:avLst/>
          </a:prstGeom>
          <a:noFill/>
        </p:spPr>
        <p:txBody>
          <a:bodyPr wrap="square" anchor="ctr"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25862"/>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18470"/>
            <a:ext cx="560832" cy="560832"/>
          </a:xfrm>
          <a:prstGeom prst="rect">
            <a:avLst/>
          </a:prstGeom>
        </p:spPr>
      </p:pic>
      <p:sp>
        <p:nvSpPr>
          <p:cNvPr id="15" name="TextBox 14"/>
          <p:cNvSpPr txBox="1"/>
          <p:nvPr/>
        </p:nvSpPr>
        <p:spPr>
          <a:xfrm>
            <a:off x="963073" y="5157597"/>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584317"/>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